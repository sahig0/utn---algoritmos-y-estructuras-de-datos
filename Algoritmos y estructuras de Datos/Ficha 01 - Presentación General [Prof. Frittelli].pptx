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7"/>
  </p:notesMasterIdLst>
  <p:sldIdLst>
    <p:sldId id="256" r:id="rId2"/>
    <p:sldId id="261" r:id="rId3"/>
    <p:sldId id="259" r:id="rId4"/>
    <p:sldId id="260" r:id="rId5"/>
    <p:sldId id="262" r:id="rId6"/>
    <p:sldId id="263" r:id="rId7"/>
    <p:sldId id="264" r:id="rId8"/>
    <p:sldId id="265" r:id="rId9"/>
    <p:sldId id="267" r:id="rId10"/>
    <p:sldId id="268" r:id="rId11"/>
    <p:sldId id="269" r:id="rId12"/>
    <p:sldId id="272" r:id="rId13"/>
    <p:sldId id="270" r:id="rId14"/>
    <p:sldId id="273" r:id="rId15"/>
    <p:sldId id="284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</p:sldIdLst>
  <p:sldSz cx="9144000" cy="6858000" type="screen4x3"/>
  <p:notesSz cx="6858000" cy="9144000"/>
  <p:defaultTextStyle>
    <a:defPPr>
      <a:defRPr lang="es-ES"/>
    </a:defPPr>
    <a:lvl1pPr algn="l" rtl="0" fontAlgn="base">
      <a:spcBef>
        <a:spcPct val="20000"/>
      </a:spcBef>
      <a:spcAft>
        <a:spcPct val="0"/>
      </a:spcAft>
      <a:buClr>
        <a:schemeClr val="accent2"/>
      </a:buClr>
      <a:buFont typeface="Wingdings" pitchFamily="2" charset="2"/>
      <a:buChar char="w"/>
      <a:defRPr sz="32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fontAlgn="base">
      <a:spcBef>
        <a:spcPct val="20000"/>
      </a:spcBef>
      <a:spcAft>
        <a:spcPct val="0"/>
      </a:spcAft>
      <a:buClr>
        <a:schemeClr val="accent2"/>
      </a:buClr>
      <a:buFont typeface="Wingdings" pitchFamily="2" charset="2"/>
      <a:buChar char="w"/>
      <a:defRPr sz="32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fontAlgn="base">
      <a:spcBef>
        <a:spcPct val="20000"/>
      </a:spcBef>
      <a:spcAft>
        <a:spcPct val="0"/>
      </a:spcAft>
      <a:buClr>
        <a:schemeClr val="accent2"/>
      </a:buClr>
      <a:buFont typeface="Wingdings" pitchFamily="2" charset="2"/>
      <a:buChar char="w"/>
      <a:defRPr sz="32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fontAlgn="base">
      <a:spcBef>
        <a:spcPct val="20000"/>
      </a:spcBef>
      <a:spcAft>
        <a:spcPct val="0"/>
      </a:spcAft>
      <a:buClr>
        <a:schemeClr val="accent2"/>
      </a:buClr>
      <a:buFont typeface="Wingdings" pitchFamily="2" charset="2"/>
      <a:buChar char="w"/>
      <a:defRPr sz="32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fontAlgn="base">
      <a:spcBef>
        <a:spcPct val="20000"/>
      </a:spcBef>
      <a:spcAft>
        <a:spcPct val="0"/>
      </a:spcAft>
      <a:buClr>
        <a:schemeClr val="accent2"/>
      </a:buClr>
      <a:buFont typeface="Wingdings" pitchFamily="2" charset="2"/>
      <a:buChar char="w"/>
      <a:defRPr sz="32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3200" kern="1200">
        <a:solidFill>
          <a:schemeClr val="tx1"/>
        </a:solidFill>
        <a:latin typeface="Times New Roman" charset="0"/>
        <a:ea typeface="+mn-ea"/>
        <a:cs typeface="+mn-cs"/>
      </a:defRPr>
    </a:lvl6pPr>
    <a:lvl7pPr marL="2743200" algn="l" defTabSz="914400" rtl="0" eaLnBrk="1" latinLnBrk="0" hangingPunct="1">
      <a:defRPr sz="3200" kern="1200">
        <a:solidFill>
          <a:schemeClr val="tx1"/>
        </a:solidFill>
        <a:latin typeface="Times New Roman" charset="0"/>
        <a:ea typeface="+mn-ea"/>
        <a:cs typeface="+mn-cs"/>
      </a:defRPr>
    </a:lvl7pPr>
    <a:lvl8pPr marL="3200400" algn="l" defTabSz="914400" rtl="0" eaLnBrk="1" latinLnBrk="0" hangingPunct="1">
      <a:defRPr sz="3200" kern="1200">
        <a:solidFill>
          <a:schemeClr val="tx1"/>
        </a:solidFill>
        <a:latin typeface="Times New Roman" charset="0"/>
        <a:ea typeface="+mn-ea"/>
        <a:cs typeface="+mn-cs"/>
      </a:defRPr>
    </a:lvl8pPr>
    <a:lvl9pPr marL="3657600" algn="l" defTabSz="914400" rtl="0" eaLnBrk="1" latinLnBrk="0" hangingPunct="1">
      <a:defRPr sz="3200" kern="1200">
        <a:solidFill>
          <a:schemeClr val="tx1"/>
        </a:solidFill>
        <a:latin typeface="Times New Roman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990000"/>
    <a:srgbClr val="FF6699"/>
    <a:srgbClr val="00CCFF"/>
    <a:srgbClr val="660066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933" autoAdjust="0"/>
    <p:restoredTop sz="90929"/>
  </p:normalViewPr>
  <p:slideViewPr>
    <p:cSldViewPr showGuides="1">
      <p:cViewPr varScale="1">
        <p:scale>
          <a:sx n="37" d="100"/>
          <a:sy n="37" d="100"/>
        </p:scale>
        <p:origin x="1474" y="25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340312F1-6B67-40A7-9D8F-45791D3BECFF}" type="datetimeFigureOut">
              <a:rPr lang="en-US"/>
              <a:pPr>
                <a:defRPr/>
              </a:pPr>
              <a:t>3/17/2026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4A11C1EA-9A06-4389-B0F8-A6FB8381E55F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73270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68263"/>
            <a:ext cx="8678863" cy="6713537"/>
            <a:chOff x="0" y="43"/>
            <a:chExt cx="5467" cy="4229"/>
          </a:xfrm>
        </p:grpSpPr>
        <p:sp>
          <p:nvSpPr>
            <p:cNvPr id="5" name="Rectangle 3"/>
            <p:cNvSpPr>
              <a:spLocks noChangeArrowheads="1"/>
            </p:cNvSpPr>
            <p:nvPr userDrawn="1"/>
          </p:nvSpPr>
          <p:spPr bwMode="auto">
            <a:xfrm>
              <a:off x="692" y="494"/>
              <a:ext cx="4775" cy="93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32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imes New Roman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imes New Roman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imes New Roman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w"/>
                <a:defRPr sz="3200">
                  <a:solidFill>
                    <a:schemeClr val="tx1"/>
                  </a:solidFill>
                  <a:latin typeface="Times New Roman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w"/>
                <a:defRPr sz="3200">
                  <a:solidFill>
                    <a:schemeClr val="tx1"/>
                  </a:solidFill>
                  <a:latin typeface="Times New Roman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w"/>
                <a:defRPr sz="3200">
                  <a:solidFill>
                    <a:schemeClr val="tx1"/>
                  </a:solidFill>
                  <a:latin typeface="Times New Roman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w"/>
                <a:defRPr sz="32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grpSp>
          <p:nvGrpSpPr>
            <p:cNvPr id="6" name="Group 4"/>
            <p:cNvGrpSpPr>
              <a:grpSpLocks/>
            </p:cNvGrpSpPr>
            <p:nvPr userDrawn="1"/>
          </p:nvGrpSpPr>
          <p:grpSpPr bwMode="auto">
            <a:xfrm>
              <a:off x="0" y="43"/>
              <a:ext cx="624" cy="4229"/>
              <a:chOff x="0" y="43"/>
              <a:chExt cx="624" cy="4229"/>
            </a:xfrm>
          </p:grpSpPr>
          <p:sp>
            <p:nvSpPr>
              <p:cNvPr id="7" name="Line 5"/>
              <p:cNvSpPr>
                <a:spLocks noChangeShapeType="1"/>
              </p:cNvSpPr>
              <p:nvPr userDrawn="1"/>
            </p:nvSpPr>
            <p:spPr bwMode="auto">
              <a:xfrm>
                <a:off x="0" y="4203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" name="Line 6"/>
              <p:cNvSpPr>
                <a:spLocks noChangeShapeType="1"/>
              </p:cNvSpPr>
              <p:nvPr userDrawn="1"/>
            </p:nvSpPr>
            <p:spPr bwMode="auto">
              <a:xfrm>
                <a:off x="0" y="4239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" name="Line 7"/>
              <p:cNvSpPr>
                <a:spLocks noChangeShapeType="1"/>
              </p:cNvSpPr>
              <p:nvPr userDrawn="1"/>
            </p:nvSpPr>
            <p:spPr bwMode="auto">
              <a:xfrm>
                <a:off x="0" y="4272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" name="Line 8"/>
              <p:cNvSpPr>
                <a:spLocks noChangeShapeType="1"/>
              </p:cNvSpPr>
              <p:nvPr userDrawn="1"/>
            </p:nvSpPr>
            <p:spPr bwMode="auto">
              <a:xfrm>
                <a:off x="0" y="4113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" name="Line 9"/>
              <p:cNvSpPr>
                <a:spLocks noChangeShapeType="1"/>
              </p:cNvSpPr>
              <p:nvPr userDrawn="1"/>
            </p:nvSpPr>
            <p:spPr bwMode="auto">
              <a:xfrm>
                <a:off x="0" y="4065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" name="Line 10"/>
              <p:cNvSpPr>
                <a:spLocks noChangeShapeType="1"/>
              </p:cNvSpPr>
              <p:nvPr userDrawn="1"/>
            </p:nvSpPr>
            <p:spPr bwMode="auto">
              <a:xfrm>
                <a:off x="0" y="4158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" name="Line 11"/>
              <p:cNvSpPr>
                <a:spLocks noChangeShapeType="1"/>
              </p:cNvSpPr>
              <p:nvPr userDrawn="1"/>
            </p:nvSpPr>
            <p:spPr bwMode="auto">
              <a:xfrm>
                <a:off x="0" y="3666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" name="Line 12"/>
              <p:cNvSpPr>
                <a:spLocks noChangeShapeType="1"/>
              </p:cNvSpPr>
              <p:nvPr userDrawn="1"/>
            </p:nvSpPr>
            <p:spPr bwMode="auto">
              <a:xfrm>
                <a:off x="0" y="3639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" name="Line 13"/>
              <p:cNvSpPr>
                <a:spLocks noChangeShapeType="1"/>
              </p:cNvSpPr>
              <p:nvPr userDrawn="1"/>
            </p:nvSpPr>
            <p:spPr bwMode="auto">
              <a:xfrm>
                <a:off x="0" y="4020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" name="Line 14"/>
              <p:cNvSpPr>
                <a:spLocks noChangeShapeType="1"/>
              </p:cNvSpPr>
              <p:nvPr userDrawn="1"/>
            </p:nvSpPr>
            <p:spPr bwMode="auto">
              <a:xfrm>
                <a:off x="0" y="3894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" name="Line 15"/>
              <p:cNvSpPr>
                <a:spLocks noChangeShapeType="1"/>
              </p:cNvSpPr>
              <p:nvPr userDrawn="1"/>
            </p:nvSpPr>
            <p:spPr bwMode="auto">
              <a:xfrm>
                <a:off x="0" y="3813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" name="Line 16"/>
              <p:cNvSpPr>
                <a:spLocks noChangeShapeType="1"/>
              </p:cNvSpPr>
              <p:nvPr userDrawn="1"/>
            </p:nvSpPr>
            <p:spPr bwMode="auto">
              <a:xfrm>
                <a:off x="0" y="3999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" name="Line 17"/>
              <p:cNvSpPr>
                <a:spLocks noChangeShapeType="1"/>
              </p:cNvSpPr>
              <p:nvPr userDrawn="1"/>
            </p:nvSpPr>
            <p:spPr bwMode="auto">
              <a:xfrm>
                <a:off x="0" y="3687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" name="Line 18"/>
              <p:cNvSpPr>
                <a:spLocks noChangeShapeType="1"/>
              </p:cNvSpPr>
              <p:nvPr userDrawn="1"/>
            </p:nvSpPr>
            <p:spPr bwMode="auto">
              <a:xfrm>
                <a:off x="0" y="3741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" name="Line 19"/>
              <p:cNvSpPr>
                <a:spLocks noChangeShapeType="1"/>
              </p:cNvSpPr>
              <p:nvPr userDrawn="1"/>
            </p:nvSpPr>
            <p:spPr bwMode="auto">
              <a:xfrm>
                <a:off x="0" y="3939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" name="Line 20"/>
              <p:cNvSpPr>
                <a:spLocks noChangeShapeType="1"/>
              </p:cNvSpPr>
              <p:nvPr userDrawn="1"/>
            </p:nvSpPr>
            <p:spPr bwMode="auto">
              <a:xfrm>
                <a:off x="0" y="3918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" name="Line 21"/>
              <p:cNvSpPr>
                <a:spLocks noChangeShapeType="1"/>
              </p:cNvSpPr>
              <p:nvPr userDrawn="1"/>
            </p:nvSpPr>
            <p:spPr bwMode="auto">
              <a:xfrm>
                <a:off x="0" y="3510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" name="Line 22"/>
              <p:cNvSpPr>
                <a:spLocks noChangeShapeType="1"/>
              </p:cNvSpPr>
              <p:nvPr userDrawn="1"/>
            </p:nvSpPr>
            <p:spPr bwMode="auto">
              <a:xfrm>
                <a:off x="0" y="3546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" name="Line 23"/>
              <p:cNvSpPr>
                <a:spLocks noChangeShapeType="1"/>
              </p:cNvSpPr>
              <p:nvPr userDrawn="1"/>
            </p:nvSpPr>
            <p:spPr bwMode="auto">
              <a:xfrm>
                <a:off x="0" y="3579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" name="Line 24"/>
              <p:cNvSpPr>
                <a:spLocks noChangeShapeType="1"/>
              </p:cNvSpPr>
              <p:nvPr userDrawn="1"/>
            </p:nvSpPr>
            <p:spPr bwMode="auto">
              <a:xfrm>
                <a:off x="0" y="3420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" name="Line 25"/>
              <p:cNvSpPr>
                <a:spLocks noChangeShapeType="1"/>
              </p:cNvSpPr>
              <p:nvPr userDrawn="1"/>
            </p:nvSpPr>
            <p:spPr bwMode="auto">
              <a:xfrm>
                <a:off x="0" y="3372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" name="Line 26"/>
              <p:cNvSpPr>
                <a:spLocks noChangeShapeType="1"/>
              </p:cNvSpPr>
              <p:nvPr userDrawn="1"/>
            </p:nvSpPr>
            <p:spPr bwMode="auto">
              <a:xfrm>
                <a:off x="0" y="3465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" name="Line 27"/>
              <p:cNvSpPr>
                <a:spLocks noChangeShapeType="1"/>
              </p:cNvSpPr>
              <p:nvPr userDrawn="1"/>
            </p:nvSpPr>
            <p:spPr bwMode="auto">
              <a:xfrm>
                <a:off x="0" y="2973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" name="Line 28"/>
              <p:cNvSpPr>
                <a:spLocks noChangeShapeType="1"/>
              </p:cNvSpPr>
              <p:nvPr userDrawn="1"/>
            </p:nvSpPr>
            <p:spPr bwMode="auto">
              <a:xfrm>
                <a:off x="0" y="2946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" name="Line 29"/>
              <p:cNvSpPr>
                <a:spLocks noChangeShapeType="1"/>
              </p:cNvSpPr>
              <p:nvPr userDrawn="1"/>
            </p:nvSpPr>
            <p:spPr bwMode="auto">
              <a:xfrm>
                <a:off x="0" y="3327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" name="Line 30"/>
              <p:cNvSpPr>
                <a:spLocks noChangeShapeType="1"/>
              </p:cNvSpPr>
              <p:nvPr userDrawn="1"/>
            </p:nvSpPr>
            <p:spPr bwMode="auto">
              <a:xfrm>
                <a:off x="0" y="3201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" name="Line 31"/>
              <p:cNvSpPr>
                <a:spLocks noChangeShapeType="1"/>
              </p:cNvSpPr>
              <p:nvPr userDrawn="1"/>
            </p:nvSpPr>
            <p:spPr bwMode="auto">
              <a:xfrm>
                <a:off x="0" y="3120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" name="Line 32"/>
              <p:cNvSpPr>
                <a:spLocks noChangeShapeType="1"/>
              </p:cNvSpPr>
              <p:nvPr userDrawn="1"/>
            </p:nvSpPr>
            <p:spPr bwMode="auto">
              <a:xfrm>
                <a:off x="0" y="3306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" name="Line 33"/>
              <p:cNvSpPr>
                <a:spLocks noChangeShapeType="1"/>
              </p:cNvSpPr>
              <p:nvPr userDrawn="1"/>
            </p:nvSpPr>
            <p:spPr bwMode="auto">
              <a:xfrm>
                <a:off x="0" y="2994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" name="Line 34"/>
              <p:cNvSpPr>
                <a:spLocks noChangeShapeType="1"/>
              </p:cNvSpPr>
              <p:nvPr userDrawn="1"/>
            </p:nvSpPr>
            <p:spPr bwMode="auto">
              <a:xfrm>
                <a:off x="0" y="3048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" name="Line 35"/>
              <p:cNvSpPr>
                <a:spLocks noChangeShapeType="1"/>
              </p:cNvSpPr>
              <p:nvPr userDrawn="1"/>
            </p:nvSpPr>
            <p:spPr bwMode="auto">
              <a:xfrm>
                <a:off x="0" y="3246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" name="Line 36"/>
              <p:cNvSpPr>
                <a:spLocks noChangeShapeType="1"/>
              </p:cNvSpPr>
              <p:nvPr userDrawn="1"/>
            </p:nvSpPr>
            <p:spPr bwMode="auto">
              <a:xfrm>
                <a:off x="0" y="3225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" name="Line 37"/>
              <p:cNvSpPr>
                <a:spLocks noChangeShapeType="1"/>
              </p:cNvSpPr>
              <p:nvPr userDrawn="1"/>
            </p:nvSpPr>
            <p:spPr bwMode="auto">
              <a:xfrm>
                <a:off x="0" y="2831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" name="Line 38"/>
              <p:cNvSpPr>
                <a:spLocks noChangeShapeType="1"/>
              </p:cNvSpPr>
              <p:nvPr userDrawn="1"/>
            </p:nvSpPr>
            <p:spPr bwMode="auto">
              <a:xfrm>
                <a:off x="0" y="2750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1" name="Line 39"/>
              <p:cNvSpPr>
                <a:spLocks noChangeShapeType="1"/>
              </p:cNvSpPr>
              <p:nvPr userDrawn="1"/>
            </p:nvSpPr>
            <p:spPr bwMode="auto">
              <a:xfrm>
                <a:off x="0" y="2678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" name="Line 40"/>
              <p:cNvSpPr>
                <a:spLocks noChangeShapeType="1"/>
              </p:cNvSpPr>
              <p:nvPr userDrawn="1"/>
            </p:nvSpPr>
            <p:spPr bwMode="auto">
              <a:xfrm>
                <a:off x="0" y="2876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3" name="Line 41"/>
              <p:cNvSpPr>
                <a:spLocks noChangeShapeType="1"/>
              </p:cNvSpPr>
              <p:nvPr userDrawn="1"/>
            </p:nvSpPr>
            <p:spPr bwMode="auto">
              <a:xfrm>
                <a:off x="0" y="2855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" name="Line 42"/>
              <p:cNvSpPr>
                <a:spLocks noChangeShapeType="1"/>
              </p:cNvSpPr>
              <p:nvPr userDrawn="1"/>
            </p:nvSpPr>
            <p:spPr bwMode="auto">
              <a:xfrm>
                <a:off x="0" y="2554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5" name="Line 43"/>
              <p:cNvSpPr>
                <a:spLocks noChangeShapeType="1"/>
              </p:cNvSpPr>
              <p:nvPr userDrawn="1"/>
            </p:nvSpPr>
            <p:spPr bwMode="auto">
              <a:xfrm>
                <a:off x="0" y="2590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" name="Line 44"/>
              <p:cNvSpPr>
                <a:spLocks noChangeShapeType="1"/>
              </p:cNvSpPr>
              <p:nvPr userDrawn="1"/>
            </p:nvSpPr>
            <p:spPr bwMode="auto">
              <a:xfrm>
                <a:off x="0" y="2623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7" name="Line 45"/>
              <p:cNvSpPr>
                <a:spLocks noChangeShapeType="1"/>
              </p:cNvSpPr>
              <p:nvPr userDrawn="1"/>
            </p:nvSpPr>
            <p:spPr bwMode="auto">
              <a:xfrm>
                <a:off x="0" y="2464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" name="Line 46"/>
              <p:cNvSpPr>
                <a:spLocks noChangeShapeType="1"/>
              </p:cNvSpPr>
              <p:nvPr userDrawn="1"/>
            </p:nvSpPr>
            <p:spPr bwMode="auto">
              <a:xfrm>
                <a:off x="0" y="2416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9" name="Line 47"/>
              <p:cNvSpPr>
                <a:spLocks noChangeShapeType="1"/>
              </p:cNvSpPr>
              <p:nvPr userDrawn="1"/>
            </p:nvSpPr>
            <p:spPr bwMode="auto">
              <a:xfrm>
                <a:off x="0" y="2509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" name="Line 48"/>
              <p:cNvSpPr>
                <a:spLocks noChangeShapeType="1"/>
              </p:cNvSpPr>
              <p:nvPr userDrawn="1"/>
            </p:nvSpPr>
            <p:spPr bwMode="auto">
              <a:xfrm>
                <a:off x="0" y="2371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" name="Line 49"/>
              <p:cNvSpPr>
                <a:spLocks noChangeShapeType="1"/>
              </p:cNvSpPr>
              <p:nvPr userDrawn="1"/>
            </p:nvSpPr>
            <p:spPr bwMode="auto">
              <a:xfrm>
                <a:off x="0" y="2245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2" name="Line 50"/>
              <p:cNvSpPr>
                <a:spLocks noChangeShapeType="1"/>
              </p:cNvSpPr>
              <p:nvPr userDrawn="1"/>
            </p:nvSpPr>
            <p:spPr bwMode="auto">
              <a:xfrm>
                <a:off x="0" y="2350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" name="Line 51"/>
              <p:cNvSpPr>
                <a:spLocks noChangeShapeType="1"/>
              </p:cNvSpPr>
              <p:nvPr userDrawn="1"/>
            </p:nvSpPr>
            <p:spPr bwMode="auto">
              <a:xfrm>
                <a:off x="0" y="2290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" name="Line 52"/>
              <p:cNvSpPr>
                <a:spLocks noChangeShapeType="1"/>
              </p:cNvSpPr>
              <p:nvPr userDrawn="1"/>
            </p:nvSpPr>
            <p:spPr bwMode="auto">
              <a:xfrm>
                <a:off x="0" y="2269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5" name="Line 53"/>
              <p:cNvSpPr>
                <a:spLocks noChangeShapeType="1"/>
              </p:cNvSpPr>
              <p:nvPr userDrawn="1"/>
            </p:nvSpPr>
            <p:spPr bwMode="auto">
              <a:xfrm>
                <a:off x="0" y="2130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6" name="Line 54"/>
              <p:cNvSpPr>
                <a:spLocks noChangeShapeType="1"/>
              </p:cNvSpPr>
              <p:nvPr userDrawn="1"/>
            </p:nvSpPr>
            <p:spPr bwMode="auto">
              <a:xfrm>
                <a:off x="0" y="2166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" name="Line 55"/>
              <p:cNvSpPr>
                <a:spLocks noChangeShapeType="1"/>
              </p:cNvSpPr>
              <p:nvPr userDrawn="1"/>
            </p:nvSpPr>
            <p:spPr bwMode="auto">
              <a:xfrm>
                <a:off x="0" y="2199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" name="Line 56"/>
              <p:cNvSpPr>
                <a:spLocks noChangeShapeType="1"/>
              </p:cNvSpPr>
              <p:nvPr userDrawn="1"/>
            </p:nvSpPr>
            <p:spPr bwMode="auto">
              <a:xfrm>
                <a:off x="0" y="2040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9" name="Line 57"/>
              <p:cNvSpPr>
                <a:spLocks noChangeShapeType="1"/>
              </p:cNvSpPr>
              <p:nvPr userDrawn="1"/>
            </p:nvSpPr>
            <p:spPr bwMode="auto">
              <a:xfrm>
                <a:off x="0" y="1992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0" name="Line 58"/>
              <p:cNvSpPr>
                <a:spLocks noChangeShapeType="1"/>
              </p:cNvSpPr>
              <p:nvPr userDrawn="1"/>
            </p:nvSpPr>
            <p:spPr bwMode="auto">
              <a:xfrm>
                <a:off x="0" y="2085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" name="Line 59"/>
              <p:cNvSpPr>
                <a:spLocks noChangeShapeType="1"/>
              </p:cNvSpPr>
              <p:nvPr userDrawn="1"/>
            </p:nvSpPr>
            <p:spPr bwMode="auto">
              <a:xfrm>
                <a:off x="0" y="1593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" name="Line 60"/>
              <p:cNvSpPr>
                <a:spLocks noChangeShapeType="1"/>
              </p:cNvSpPr>
              <p:nvPr userDrawn="1"/>
            </p:nvSpPr>
            <p:spPr bwMode="auto">
              <a:xfrm>
                <a:off x="0" y="1566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3" name="Line 61"/>
              <p:cNvSpPr>
                <a:spLocks noChangeShapeType="1"/>
              </p:cNvSpPr>
              <p:nvPr userDrawn="1"/>
            </p:nvSpPr>
            <p:spPr bwMode="auto">
              <a:xfrm>
                <a:off x="0" y="1947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4" name="Line 62"/>
              <p:cNvSpPr>
                <a:spLocks noChangeShapeType="1"/>
              </p:cNvSpPr>
              <p:nvPr userDrawn="1"/>
            </p:nvSpPr>
            <p:spPr bwMode="auto">
              <a:xfrm>
                <a:off x="0" y="1821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5" name="Line 63"/>
              <p:cNvSpPr>
                <a:spLocks noChangeShapeType="1"/>
              </p:cNvSpPr>
              <p:nvPr userDrawn="1"/>
            </p:nvSpPr>
            <p:spPr bwMode="auto">
              <a:xfrm>
                <a:off x="0" y="1740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6" name="Line 64"/>
              <p:cNvSpPr>
                <a:spLocks noChangeShapeType="1"/>
              </p:cNvSpPr>
              <p:nvPr userDrawn="1"/>
            </p:nvSpPr>
            <p:spPr bwMode="auto">
              <a:xfrm>
                <a:off x="0" y="1926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" name="Line 65"/>
              <p:cNvSpPr>
                <a:spLocks noChangeShapeType="1"/>
              </p:cNvSpPr>
              <p:nvPr userDrawn="1"/>
            </p:nvSpPr>
            <p:spPr bwMode="auto">
              <a:xfrm>
                <a:off x="0" y="1614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8" name="Line 66"/>
              <p:cNvSpPr>
                <a:spLocks noChangeShapeType="1"/>
              </p:cNvSpPr>
              <p:nvPr userDrawn="1"/>
            </p:nvSpPr>
            <p:spPr bwMode="auto">
              <a:xfrm>
                <a:off x="0" y="1668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9" name="Line 67"/>
              <p:cNvSpPr>
                <a:spLocks noChangeShapeType="1"/>
              </p:cNvSpPr>
              <p:nvPr userDrawn="1"/>
            </p:nvSpPr>
            <p:spPr bwMode="auto">
              <a:xfrm>
                <a:off x="0" y="1866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" name="Line 68"/>
              <p:cNvSpPr>
                <a:spLocks noChangeShapeType="1"/>
              </p:cNvSpPr>
              <p:nvPr userDrawn="1"/>
            </p:nvSpPr>
            <p:spPr bwMode="auto">
              <a:xfrm>
                <a:off x="0" y="1845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" name="Line 69"/>
              <p:cNvSpPr>
                <a:spLocks noChangeShapeType="1"/>
              </p:cNvSpPr>
              <p:nvPr userDrawn="1"/>
            </p:nvSpPr>
            <p:spPr bwMode="auto">
              <a:xfrm>
                <a:off x="0" y="1437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" name="Line 70"/>
              <p:cNvSpPr>
                <a:spLocks noChangeShapeType="1"/>
              </p:cNvSpPr>
              <p:nvPr userDrawn="1"/>
            </p:nvSpPr>
            <p:spPr bwMode="auto">
              <a:xfrm>
                <a:off x="0" y="1473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3" name="Line 71"/>
              <p:cNvSpPr>
                <a:spLocks noChangeShapeType="1"/>
              </p:cNvSpPr>
              <p:nvPr userDrawn="1"/>
            </p:nvSpPr>
            <p:spPr bwMode="auto">
              <a:xfrm>
                <a:off x="0" y="1506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4" name="Line 72"/>
              <p:cNvSpPr>
                <a:spLocks noChangeShapeType="1"/>
              </p:cNvSpPr>
              <p:nvPr userDrawn="1"/>
            </p:nvSpPr>
            <p:spPr bwMode="auto">
              <a:xfrm>
                <a:off x="0" y="1347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" name="Line 73"/>
              <p:cNvSpPr>
                <a:spLocks noChangeShapeType="1"/>
              </p:cNvSpPr>
              <p:nvPr userDrawn="1"/>
            </p:nvSpPr>
            <p:spPr bwMode="auto">
              <a:xfrm>
                <a:off x="0" y="1392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" name="Line 74"/>
              <p:cNvSpPr>
                <a:spLocks noChangeShapeType="1"/>
              </p:cNvSpPr>
              <p:nvPr userDrawn="1"/>
            </p:nvSpPr>
            <p:spPr bwMode="auto">
              <a:xfrm>
                <a:off x="0" y="1016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7" name="Line 75"/>
              <p:cNvSpPr>
                <a:spLocks noChangeShapeType="1"/>
              </p:cNvSpPr>
              <p:nvPr userDrawn="1"/>
            </p:nvSpPr>
            <p:spPr bwMode="auto">
              <a:xfrm>
                <a:off x="0" y="989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8" name="Line 76"/>
              <p:cNvSpPr>
                <a:spLocks noChangeShapeType="1"/>
              </p:cNvSpPr>
              <p:nvPr userDrawn="1"/>
            </p:nvSpPr>
            <p:spPr bwMode="auto">
              <a:xfrm>
                <a:off x="0" y="1244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9" name="Line 77"/>
              <p:cNvSpPr>
                <a:spLocks noChangeShapeType="1"/>
              </p:cNvSpPr>
              <p:nvPr userDrawn="1"/>
            </p:nvSpPr>
            <p:spPr bwMode="auto">
              <a:xfrm>
                <a:off x="0" y="1163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0" name="Line 78"/>
              <p:cNvSpPr>
                <a:spLocks noChangeShapeType="1"/>
              </p:cNvSpPr>
              <p:nvPr userDrawn="1"/>
            </p:nvSpPr>
            <p:spPr bwMode="auto">
              <a:xfrm>
                <a:off x="0" y="1037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1" name="Line 79"/>
              <p:cNvSpPr>
                <a:spLocks noChangeShapeType="1"/>
              </p:cNvSpPr>
              <p:nvPr userDrawn="1"/>
            </p:nvSpPr>
            <p:spPr bwMode="auto">
              <a:xfrm>
                <a:off x="0" y="1091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" name="Line 80"/>
              <p:cNvSpPr>
                <a:spLocks noChangeShapeType="1"/>
              </p:cNvSpPr>
              <p:nvPr userDrawn="1"/>
            </p:nvSpPr>
            <p:spPr bwMode="auto">
              <a:xfrm>
                <a:off x="0" y="1289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3" name="Line 81"/>
              <p:cNvSpPr>
                <a:spLocks noChangeShapeType="1"/>
              </p:cNvSpPr>
              <p:nvPr userDrawn="1"/>
            </p:nvSpPr>
            <p:spPr bwMode="auto">
              <a:xfrm>
                <a:off x="0" y="1268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4" name="Line 82"/>
              <p:cNvSpPr>
                <a:spLocks noChangeShapeType="1"/>
              </p:cNvSpPr>
              <p:nvPr userDrawn="1"/>
            </p:nvSpPr>
            <p:spPr bwMode="auto">
              <a:xfrm>
                <a:off x="0" y="860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5" name="Line 83"/>
              <p:cNvSpPr>
                <a:spLocks noChangeShapeType="1"/>
              </p:cNvSpPr>
              <p:nvPr userDrawn="1"/>
            </p:nvSpPr>
            <p:spPr bwMode="auto">
              <a:xfrm>
                <a:off x="0" y="896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6" name="Line 84"/>
              <p:cNvSpPr>
                <a:spLocks noChangeShapeType="1"/>
              </p:cNvSpPr>
              <p:nvPr userDrawn="1"/>
            </p:nvSpPr>
            <p:spPr bwMode="auto">
              <a:xfrm>
                <a:off x="0" y="929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7" name="Line 85"/>
              <p:cNvSpPr>
                <a:spLocks noChangeShapeType="1"/>
              </p:cNvSpPr>
              <p:nvPr userDrawn="1"/>
            </p:nvSpPr>
            <p:spPr bwMode="auto">
              <a:xfrm>
                <a:off x="0" y="770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8" name="Line 86"/>
              <p:cNvSpPr>
                <a:spLocks noChangeShapeType="1"/>
              </p:cNvSpPr>
              <p:nvPr userDrawn="1"/>
            </p:nvSpPr>
            <p:spPr bwMode="auto">
              <a:xfrm>
                <a:off x="0" y="815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9" name="Line 87"/>
              <p:cNvSpPr>
                <a:spLocks noChangeShapeType="1"/>
              </p:cNvSpPr>
              <p:nvPr userDrawn="1"/>
            </p:nvSpPr>
            <p:spPr bwMode="auto">
              <a:xfrm>
                <a:off x="0" y="718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0" name="Line 88"/>
              <p:cNvSpPr>
                <a:spLocks noChangeShapeType="1"/>
              </p:cNvSpPr>
              <p:nvPr userDrawn="1"/>
            </p:nvSpPr>
            <p:spPr bwMode="auto">
              <a:xfrm>
                <a:off x="0" y="646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1" name="Line 89"/>
              <p:cNvSpPr>
                <a:spLocks noChangeShapeType="1"/>
              </p:cNvSpPr>
              <p:nvPr userDrawn="1"/>
            </p:nvSpPr>
            <p:spPr bwMode="auto">
              <a:xfrm>
                <a:off x="0" y="522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" name="Line 90"/>
              <p:cNvSpPr>
                <a:spLocks noChangeShapeType="1"/>
              </p:cNvSpPr>
              <p:nvPr userDrawn="1"/>
            </p:nvSpPr>
            <p:spPr bwMode="auto">
              <a:xfrm>
                <a:off x="0" y="558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3" name="Line 91"/>
              <p:cNvSpPr>
                <a:spLocks noChangeShapeType="1"/>
              </p:cNvSpPr>
              <p:nvPr userDrawn="1"/>
            </p:nvSpPr>
            <p:spPr bwMode="auto">
              <a:xfrm>
                <a:off x="0" y="591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4" name="Line 92"/>
              <p:cNvSpPr>
                <a:spLocks noChangeShapeType="1"/>
              </p:cNvSpPr>
              <p:nvPr userDrawn="1"/>
            </p:nvSpPr>
            <p:spPr bwMode="auto">
              <a:xfrm>
                <a:off x="0" y="432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5" name="Line 93"/>
              <p:cNvSpPr>
                <a:spLocks noChangeShapeType="1"/>
              </p:cNvSpPr>
              <p:nvPr userDrawn="1"/>
            </p:nvSpPr>
            <p:spPr bwMode="auto">
              <a:xfrm>
                <a:off x="0" y="384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6" name="Line 94"/>
              <p:cNvSpPr>
                <a:spLocks noChangeShapeType="1"/>
              </p:cNvSpPr>
              <p:nvPr userDrawn="1"/>
            </p:nvSpPr>
            <p:spPr bwMode="auto">
              <a:xfrm>
                <a:off x="0" y="477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7" name="Line 95"/>
              <p:cNvSpPr>
                <a:spLocks noChangeShapeType="1"/>
              </p:cNvSpPr>
              <p:nvPr userDrawn="1"/>
            </p:nvSpPr>
            <p:spPr bwMode="auto">
              <a:xfrm>
                <a:off x="0" y="339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8" name="Line 96"/>
              <p:cNvSpPr>
                <a:spLocks noChangeShapeType="1"/>
              </p:cNvSpPr>
              <p:nvPr userDrawn="1"/>
            </p:nvSpPr>
            <p:spPr bwMode="auto">
              <a:xfrm>
                <a:off x="0" y="318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9" name="Line 97"/>
              <p:cNvSpPr>
                <a:spLocks noChangeShapeType="1"/>
              </p:cNvSpPr>
              <p:nvPr userDrawn="1"/>
            </p:nvSpPr>
            <p:spPr bwMode="auto">
              <a:xfrm>
                <a:off x="0" y="258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0" name="Line 98"/>
              <p:cNvSpPr>
                <a:spLocks noChangeShapeType="1"/>
              </p:cNvSpPr>
              <p:nvPr userDrawn="1"/>
            </p:nvSpPr>
            <p:spPr bwMode="auto">
              <a:xfrm>
                <a:off x="0" y="70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1" name="Line 99"/>
              <p:cNvSpPr>
                <a:spLocks noChangeShapeType="1"/>
              </p:cNvSpPr>
              <p:nvPr userDrawn="1"/>
            </p:nvSpPr>
            <p:spPr bwMode="auto">
              <a:xfrm>
                <a:off x="0" y="43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" name="Line 100"/>
              <p:cNvSpPr>
                <a:spLocks noChangeShapeType="1"/>
              </p:cNvSpPr>
              <p:nvPr userDrawn="1"/>
            </p:nvSpPr>
            <p:spPr bwMode="auto">
              <a:xfrm>
                <a:off x="0" y="91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" name="Line 101"/>
              <p:cNvSpPr>
                <a:spLocks noChangeShapeType="1"/>
              </p:cNvSpPr>
              <p:nvPr userDrawn="1"/>
            </p:nvSpPr>
            <p:spPr bwMode="auto">
              <a:xfrm>
                <a:off x="0" y="145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4" name="Line 102"/>
              <p:cNvSpPr>
                <a:spLocks noChangeShapeType="1"/>
              </p:cNvSpPr>
              <p:nvPr userDrawn="1"/>
            </p:nvSpPr>
            <p:spPr bwMode="auto">
              <a:xfrm>
                <a:off x="0" y="202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105" name="Rectangle 108"/>
          <p:cNvSpPr>
            <a:spLocks noChangeArrowheads="1"/>
          </p:cNvSpPr>
          <p:nvPr/>
        </p:nvSpPr>
        <p:spPr bwMode="auto">
          <a:xfrm>
            <a:off x="3017838" y="2120900"/>
            <a:ext cx="5662612" cy="77788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32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32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32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32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en-US" sz="2400"/>
          </a:p>
        </p:txBody>
      </p:sp>
      <p:sp>
        <p:nvSpPr>
          <p:cNvPr id="106" name="Rectangle 109"/>
          <p:cNvSpPr>
            <a:spLocks noChangeArrowheads="1"/>
          </p:cNvSpPr>
          <p:nvPr/>
        </p:nvSpPr>
        <p:spPr bwMode="auto">
          <a:xfrm>
            <a:off x="1098550" y="862013"/>
            <a:ext cx="5662613" cy="77787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32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32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32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32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en-US" sz="2400"/>
          </a:p>
        </p:txBody>
      </p:sp>
      <p:sp>
        <p:nvSpPr>
          <p:cNvPr id="4202" name="Rectangle 106"/>
          <p:cNvSpPr>
            <a:spLocks noGrp="1" noChangeArrowheads="1"/>
          </p:cNvSpPr>
          <p:nvPr>
            <p:ph type="ctrTitle"/>
          </p:nvPr>
        </p:nvSpPr>
        <p:spPr>
          <a:xfrm>
            <a:off x="1169988" y="1046163"/>
            <a:ext cx="7380287" cy="1012825"/>
          </a:xfrm>
        </p:spPr>
        <p:txBody>
          <a:bodyPr/>
          <a:lstStyle>
            <a:lvl1pPr>
              <a:defRPr sz="4000"/>
            </a:lvl1pPr>
          </a:lstStyle>
          <a:p>
            <a:pPr lvl="0"/>
            <a:r>
              <a:rPr lang="es-ES" altLang="en-US" noProof="0"/>
              <a:t>Haga clic para modificar el estilo de título del patrón</a:t>
            </a:r>
          </a:p>
        </p:txBody>
      </p:sp>
      <p:sp>
        <p:nvSpPr>
          <p:cNvPr id="4203" name="Rectangle 107"/>
          <p:cNvSpPr>
            <a:spLocks noGrp="1" noChangeArrowheads="1"/>
          </p:cNvSpPr>
          <p:nvPr>
            <p:ph type="subTitle" idx="1"/>
          </p:nvPr>
        </p:nvSpPr>
        <p:spPr>
          <a:xfrm>
            <a:off x="1566863" y="2693988"/>
            <a:ext cx="6662737" cy="29940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s-ES" altLang="en-US" noProof="0"/>
              <a:t>Haga clic para modificar el estilo de subtítulo del patrón</a:t>
            </a:r>
          </a:p>
        </p:txBody>
      </p:sp>
      <p:sp>
        <p:nvSpPr>
          <p:cNvPr id="107" name="Rectangle 103"/>
          <p:cNvSpPr>
            <a:spLocks noGrp="1" noChangeArrowheads="1"/>
          </p:cNvSpPr>
          <p:nvPr>
            <p:ph type="dt" sz="half" idx="10"/>
          </p:nvPr>
        </p:nvSpPr>
        <p:spPr>
          <a:xfrm>
            <a:off x="1387475" y="6357938"/>
            <a:ext cx="1905000" cy="4572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s-ES" altLang="en-US"/>
          </a:p>
        </p:txBody>
      </p:sp>
      <p:sp>
        <p:nvSpPr>
          <p:cNvPr id="108" name="Rectangle 104"/>
          <p:cNvSpPr>
            <a:spLocks noGrp="1" noChangeArrowheads="1"/>
          </p:cNvSpPr>
          <p:nvPr>
            <p:ph type="ftr" sz="quarter" idx="11"/>
          </p:nvPr>
        </p:nvSpPr>
        <p:spPr>
          <a:xfrm>
            <a:off x="3722688" y="6357938"/>
            <a:ext cx="2271712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s-ES" altLang="en-US"/>
          </a:p>
        </p:txBody>
      </p:sp>
      <p:sp>
        <p:nvSpPr>
          <p:cNvPr id="109" name="Rectangle 10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464300" y="6361113"/>
            <a:ext cx="1906588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E16126B-6EA3-4B96-9B55-FA3EED4D15EE}" type="slidenum">
              <a:rPr lang="es-ES" altLang="en-US"/>
              <a:pPr>
                <a:defRPr/>
              </a:pPr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886009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" grpId="0" animBg="1" autoUpdateAnimBg="0"/>
      <p:bldP spid="106" grpId="0" animBg="1" autoUpdateAnimBg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n-US"/>
          </a:p>
        </p:txBody>
      </p:sp>
      <p:sp>
        <p:nvSpPr>
          <p:cNvPr id="5" name="Rectangle 10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n-US"/>
          </a:p>
        </p:txBody>
      </p:sp>
      <p:sp>
        <p:nvSpPr>
          <p:cNvPr id="6" name="Rectangle 1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7884D8-EE41-4115-8FAB-FC3C36288678}" type="slidenum">
              <a:rPr lang="es-ES" altLang="en-US"/>
              <a:pPr>
                <a:defRPr/>
              </a:pPr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2015635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0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n-US"/>
          </a:p>
        </p:txBody>
      </p:sp>
      <p:sp>
        <p:nvSpPr>
          <p:cNvPr id="5" name="Rectangle 10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n-US"/>
          </a:p>
        </p:txBody>
      </p:sp>
      <p:sp>
        <p:nvSpPr>
          <p:cNvPr id="6" name="Rectangle 1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A9732F-B9E4-4615-995F-76D4ECA46A33}" type="slidenum">
              <a:rPr lang="es-ES" altLang="en-US"/>
              <a:pPr>
                <a:defRPr/>
              </a:pPr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211688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9625" y="2214563"/>
            <a:ext cx="3902075" cy="38814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4100" y="2214563"/>
            <a:ext cx="3903663" cy="38814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n-US"/>
          </a:p>
        </p:txBody>
      </p:sp>
      <p:sp>
        <p:nvSpPr>
          <p:cNvPr id="6" name="Rectangle 10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n-US"/>
          </a:p>
        </p:txBody>
      </p:sp>
      <p:sp>
        <p:nvSpPr>
          <p:cNvPr id="7" name="Rectangle 1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CDC9E8-0A63-43E9-844A-C4E765C8508B}" type="slidenum">
              <a:rPr lang="es-ES" altLang="en-US"/>
              <a:pPr>
                <a:defRPr/>
              </a:pPr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2032435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0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n-US"/>
          </a:p>
        </p:txBody>
      </p:sp>
      <p:sp>
        <p:nvSpPr>
          <p:cNvPr id="8" name="Rectangle 10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n-US"/>
          </a:p>
        </p:txBody>
      </p:sp>
      <p:sp>
        <p:nvSpPr>
          <p:cNvPr id="9" name="Rectangle 1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DB11A2-39A0-40E6-AC16-6576C282AA5A}" type="slidenum">
              <a:rPr lang="es-ES" altLang="en-US"/>
              <a:pPr>
                <a:defRPr/>
              </a:pPr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1675928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0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n-US"/>
          </a:p>
        </p:txBody>
      </p:sp>
      <p:sp>
        <p:nvSpPr>
          <p:cNvPr id="4" name="Rectangle 10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n-US"/>
          </a:p>
        </p:txBody>
      </p:sp>
      <p:sp>
        <p:nvSpPr>
          <p:cNvPr id="5" name="Rectangle 1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B08DF1-D3CB-4291-B443-8266E75AD14F}" type="slidenum">
              <a:rPr lang="es-ES" altLang="en-US"/>
              <a:pPr>
                <a:defRPr/>
              </a:pPr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3415476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n-US"/>
          </a:p>
        </p:txBody>
      </p:sp>
      <p:sp>
        <p:nvSpPr>
          <p:cNvPr id="3" name="Rectangle 10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n-US"/>
          </a:p>
        </p:txBody>
      </p:sp>
      <p:sp>
        <p:nvSpPr>
          <p:cNvPr id="4" name="Rectangle 1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FEBF7B-5774-400E-8E98-E6B3CDE2BE77}" type="slidenum">
              <a:rPr lang="es-ES" altLang="en-US"/>
              <a:pPr>
                <a:defRPr/>
              </a:pPr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2038659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n-US"/>
          </a:p>
        </p:txBody>
      </p:sp>
      <p:sp>
        <p:nvSpPr>
          <p:cNvPr id="6" name="Rectangle 10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n-US"/>
          </a:p>
        </p:txBody>
      </p:sp>
      <p:sp>
        <p:nvSpPr>
          <p:cNvPr id="7" name="Rectangle 1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30FD25-7D9D-4F12-A2BB-CDF636568E28}" type="slidenum">
              <a:rPr lang="es-ES" altLang="en-US"/>
              <a:pPr>
                <a:defRPr/>
              </a:pPr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4046188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n-US"/>
          </a:p>
        </p:txBody>
      </p:sp>
      <p:sp>
        <p:nvSpPr>
          <p:cNvPr id="6" name="Rectangle 10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n-US"/>
          </a:p>
        </p:txBody>
      </p:sp>
      <p:sp>
        <p:nvSpPr>
          <p:cNvPr id="7" name="Rectangle 1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F13FD1-0235-4DC6-B5DC-B59C8E0E0025}" type="slidenum">
              <a:rPr lang="es-ES" altLang="en-US"/>
              <a:pPr>
                <a:defRPr/>
              </a:pPr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479685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n-US"/>
          </a:p>
        </p:txBody>
      </p:sp>
      <p:sp>
        <p:nvSpPr>
          <p:cNvPr id="5" name="Rectangle 10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n-US"/>
          </a:p>
        </p:txBody>
      </p:sp>
      <p:sp>
        <p:nvSpPr>
          <p:cNvPr id="6" name="Rectangle 1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F60252-B689-49AB-8B59-4832B4984CD8}" type="slidenum">
              <a:rPr lang="es-ES" altLang="en-US"/>
              <a:pPr>
                <a:defRPr/>
              </a:pPr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2911501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78625" y="609600"/>
            <a:ext cx="1989138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9625" y="609600"/>
            <a:ext cx="58166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n-US"/>
          </a:p>
        </p:txBody>
      </p:sp>
      <p:sp>
        <p:nvSpPr>
          <p:cNvPr id="5" name="Rectangle 10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n-US"/>
          </a:p>
        </p:txBody>
      </p:sp>
      <p:sp>
        <p:nvSpPr>
          <p:cNvPr id="6" name="Rectangle 1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E08879-1106-455F-A7F4-555352C745D9}" type="slidenum">
              <a:rPr lang="es-ES" altLang="en-US"/>
              <a:pPr>
                <a:defRPr/>
              </a:pPr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508135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0" y="68263"/>
            <a:ext cx="8915400" cy="6713537"/>
            <a:chOff x="0" y="43"/>
            <a:chExt cx="5616" cy="4229"/>
          </a:xfrm>
        </p:grpSpPr>
        <p:grpSp>
          <p:nvGrpSpPr>
            <p:cNvPr id="1032" name="Group 3"/>
            <p:cNvGrpSpPr>
              <a:grpSpLocks/>
            </p:cNvGrpSpPr>
            <p:nvPr userDrawn="1"/>
          </p:nvGrpSpPr>
          <p:grpSpPr bwMode="auto">
            <a:xfrm>
              <a:off x="0" y="43"/>
              <a:ext cx="408" cy="4229"/>
              <a:chOff x="0" y="43"/>
              <a:chExt cx="5760" cy="4229"/>
            </a:xfrm>
          </p:grpSpPr>
          <p:sp>
            <p:nvSpPr>
              <p:cNvPr id="1038" name="Line 4"/>
              <p:cNvSpPr>
                <a:spLocks noChangeShapeType="1"/>
              </p:cNvSpPr>
              <p:nvPr userDrawn="1"/>
            </p:nvSpPr>
            <p:spPr bwMode="auto">
              <a:xfrm>
                <a:off x="0" y="4203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9" name="Line 5"/>
              <p:cNvSpPr>
                <a:spLocks noChangeShapeType="1"/>
              </p:cNvSpPr>
              <p:nvPr userDrawn="1"/>
            </p:nvSpPr>
            <p:spPr bwMode="auto">
              <a:xfrm>
                <a:off x="0" y="4239"/>
                <a:ext cx="5760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40" name="Line 6"/>
              <p:cNvSpPr>
                <a:spLocks noChangeShapeType="1"/>
              </p:cNvSpPr>
              <p:nvPr userDrawn="1"/>
            </p:nvSpPr>
            <p:spPr bwMode="auto">
              <a:xfrm>
                <a:off x="0" y="4272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41" name="Line 7"/>
              <p:cNvSpPr>
                <a:spLocks noChangeShapeType="1"/>
              </p:cNvSpPr>
              <p:nvPr userDrawn="1"/>
            </p:nvSpPr>
            <p:spPr bwMode="auto">
              <a:xfrm>
                <a:off x="0" y="4113"/>
                <a:ext cx="5760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42" name="Line 8"/>
              <p:cNvSpPr>
                <a:spLocks noChangeShapeType="1"/>
              </p:cNvSpPr>
              <p:nvPr userDrawn="1"/>
            </p:nvSpPr>
            <p:spPr bwMode="auto">
              <a:xfrm>
                <a:off x="0" y="4065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43" name="Line 9"/>
              <p:cNvSpPr>
                <a:spLocks noChangeShapeType="1"/>
              </p:cNvSpPr>
              <p:nvPr userDrawn="1"/>
            </p:nvSpPr>
            <p:spPr bwMode="auto">
              <a:xfrm>
                <a:off x="0" y="4158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44" name="Line 10"/>
              <p:cNvSpPr>
                <a:spLocks noChangeShapeType="1"/>
              </p:cNvSpPr>
              <p:nvPr userDrawn="1"/>
            </p:nvSpPr>
            <p:spPr bwMode="auto">
              <a:xfrm>
                <a:off x="0" y="3666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45" name="Line 11"/>
              <p:cNvSpPr>
                <a:spLocks noChangeShapeType="1"/>
              </p:cNvSpPr>
              <p:nvPr userDrawn="1"/>
            </p:nvSpPr>
            <p:spPr bwMode="auto">
              <a:xfrm>
                <a:off x="0" y="3639"/>
                <a:ext cx="5760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46" name="Line 12"/>
              <p:cNvSpPr>
                <a:spLocks noChangeShapeType="1"/>
              </p:cNvSpPr>
              <p:nvPr userDrawn="1"/>
            </p:nvSpPr>
            <p:spPr bwMode="auto">
              <a:xfrm>
                <a:off x="0" y="4020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47" name="Line 13"/>
              <p:cNvSpPr>
                <a:spLocks noChangeShapeType="1"/>
              </p:cNvSpPr>
              <p:nvPr userDrawn="1"/>
            </p:nvSpPr>
            <p:spPr bwMode="auto">
              <a:xfrm>
                <a:off x="0" y="3894"/>
                <a:ext cx="5760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48" name="Line 14"/>
              <p:cNvSpPr>
                <a:spLocks noChangeShapeType="1"/>
              </p:cNvSpPr>
              <p:nvPr userDrawn="1"/>
            </p:nvSpPr>
            <p:spPr bwMode="auto">
              <a:xfrm>
                <a:off x="0" y="3813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49" name="Line 15"/>
              <p:cNvSpPr>
                <a:spLocks noChangeShapeType="1"/>
              </p:cNvSpPr>
              <p:nvPr userDrawn="1"/>
            </p:nvSpPr>
            <p:spPr bwMode="auto">
              <a:xfrm>
                <a:off x="0" y="3999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50" name="Line 16"/>
              <p:cNvSpPr>
                <a:spLocks noChangeShapeType="1"/>
              </p:cNvSpPr>
              <p:nvPr userDrawn="1"/>
            </p:nvSpPr>
            <p:spPr bwMode="auto">
              <a:xfrm>
                <a:off x="0" y="3687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51" name="Line 17"/>
              <p:cNvSpPr>
                <a:spLocks noChangeShapeType="1"/>
              </p:cNvSpPr>
              <p:nvPr userDrawn="1"/>
            </p:nvSpPr>
            <p:spPr bwMode="auto">
              <a:xfrm>
                <a:off x="0" y="3741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52" name="Line 18"/>
              <p:cNvSpPr>
                <a:spLocks noChangeShapeType="1"/>
              </p:cNvSpPr>
              <p:nvPr userDrawn="1"/>
            </p:nvSpPr>
            <p:spPr bwMode="auto">
              <a:xfrm>
                <a:off x="0" y="3939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53" name="Line 19"/>
              <p:cNvSpPr>
                <a:spLocks noChangeShapeType="1"/>
              </p:cNvSpPr>
              <p:nvPr userDrawn="1"/>
            </p:nvSpPr>
            <p:spPr bwMode="auto">
              <a:xfrm>
                <a:off x="0" y="3918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54" name="Line 20"/>
              <p:cNvSpPr>
                <a:spLocks noChangeShapeType="1"/>
              </p:cNvSpPr>
              <p:nvPr userDrawn="1"/>
            </p:nvSpPr>
            <p:spPr bwMode="auto">
              <a:xfrm>
                <a:off x="0" y="3510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55" name="Line 21"/>
              <p:cNvSpPr>
                <a:spLocks noChangeShapeType="1"/>
              </p:cNvSpPr>
              <p:nvPr userDrawn="1"/>
            </p:nvSpPr>
            <p:spPr bwMode="auto">
              <a:xfrm>
                <a:off x="0" y="3546"/>
                <a:ext cx="5760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56" name="Line 22"/>
              <p:cNvSpPr>
                <a:spLocks noChangeShapeType="1"/>
              </p:cNvSpPr>
              <p:nvPr userDrawn="1"/>
            </p:nvSpPr>
            <p:spPr bwMode="auto">
              <a:xfrm>
                <a:off x="0" y="3579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57" name="Line 23"/>
              <p:cNvSpPr>
                <a:spLocks noChangeShapeType="1"/>
              </p:cNvSpPr>
              <p:nvPr userDrawn="1"/>
            </p:nvSpPr>
            <p:spPr bwMode="auto">
              <a:xfrm>
                <a:off x="0" y="3420"/>
                <a:ext cx="5760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58" name="Line 24"/>
              <p:cNvSpPr>
                <a:spLocks noChangeShapeType="1"/>
              </p:cNvSpPr>
              <p:nvPr userDrawn="1"/>
            </p:nvSpPr>
            <p:spPr bwMode="auto">
              <a:xfrm>
                <a:off x="0" y="3372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59" name="Line 25"/>
              <p:cNvSpPr>
                <a:spLocks noChangeShapeType="1"/>
              </p:cNvSpPr>
              <p:nvPr userDrawn="1"/>
            </p:nvSpPr>
            <p:spPr bwMode="auto">
              <a:xfrm>
                <a:off x="0" y="3465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60" name="Line 26"/>
              <p:cNvSpPr>
                <a:spLocks noChangeShapeType="1"/>
              </p:cNvSpPr>
              <p:nvPr userDrawn="1"/>
            </p:nvSpPr>
            <p:spPr bwMode="auto">
              <a:xfrm>
                <a:off x="0" y="2973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61" name="Line 27"/>
              <p:cNvSpPr>
                <a:spLocks noChangeShapeType="1"/>
              </p:cNvSpPr>
              <p:nvPr userDrawn="1"/>
            </p:nvSpPr>
            <p:spPr bwMode="auto">
              <a:xfrm>
                <a:off x="0" y="2946"/>
                <a:ext cx="5760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62" name="Line 28"/>
              <p:cNvSpPr>
                <a:spLocks noChangeShapeType="1"/>
              </p:cNvSpPr>
              <p:nvPr userDrawn="1"/>
            </p:nvSpPr>
            <p:spPr bwMode="auto">
              <a:xfrm>
                <a:off x="0" y="3327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63" name="Line 29"/>
              <p:cNvSpPr>
                <a:spLocks noChangeShapeType="1"/>
              </p:cNvSpPr>
              <p:nvPr userDrawn="1"/>
            </p:nvSpPr>
            <p:spPr bwMode="auto">
              <a:xfrm>
                <a:off x="0" y="3201"/>
                <a:ext cx="5760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64" name="Line 30"/>
              <p:cNvSpPr>
                <a:spLocks noChangeShapeType="1"/>
              </p:cNvSpPr>
              <p:nvPr userDrawn="1"/>
            </p:nvSpPr>
            <p:spPr bwMode="auto">
              <a:xfrm>
                <a:off x="0" y="3120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65" name="Line 31"/>
              <p:cNvSpPr>
                <a:spLocks noChangeShapeType="1"/>
              </p:cNvSpPr>
              <p:nvPr userDrawn="1"/>
            </p:nvSpPr>
            <p:spPr bwMode="auto">
              <a:xfrm>
                <a:off x="0" y="3306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66" name="Line 32"/>
              <p:cNvSpPr>
                <a:spLocks noChangeShapeType="1"/>
              </p:cNvSpPr>
              <p:nvPr userDrawn="1"/>
            </p:nvSpPr>
            <p:spPr bwMode="auto">
              <a:xfrm>
                <a:off x="0" y="2994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67" name="Line 33"/>
              <p:cNvSpPr>
                <a:spLocks noChangeShapeType="1"/>
              </p:cNvSpPr>
              <p:nvPr userDrawn="1"/>
            </p:nvSpPr>
            <p:spPr bwMode="auto">
              <a:xfrm>
                <a:off x="0" y="3048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68" name="Line 34"/>
              <p:cNvSpPr>
                <a:spLocks noChangeShapeType="1"/>
              </p:cNvSpPr>
              <p:nvPr userDrawn="1"/>
            </p:nvSpPr>
            <p:spPr bwMode="auto">
              <a:xfrm>
                <a:off x="0" y="3246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69" name="Line 35"/>
              <p:cNvSpPr>
                <a:spLocks noChangeShapeType="1"/>
              </p:cNvSpPr>
              <p:nvPr userDrawn="1"/>
            </p:nvSpPr>
            <p:spPr bwMode="auto">
              <a:xfrm>
                <a:off x="0" y="3225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70" name="Line 36"/>
              <p:cNvSpPr>
                <a:spLocks noChangeShapeType="1"/>
              </p:cNvSpPr>
              <p:nvPr userDrawn="1"/>
            </p:nvSpPr>
            <p:spPr bwMode="auto">
              <a:xfrm>
                <a:off x="0" y="2831"/>
                <a:ext cx="5760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71" name="Line 37"/>
              <p:cNvSpPr>
                <a:spLocks noChangeShapeType="1"/>
              </p:cNvSpPr>
              <p:nvPr userDrawn="1"/>
            </p:nvSpPr>
            <p:spPr bwMode="auto">
              <a:xfrm>
                <a:off x="0" y="2750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72" name="Line 38"/>
              <p:cNvSpPr>
                <a:spLocks noChangeShapeType="1"/>
              </p:cNvSpPr>
              <p:nvPr userDrawn="1"/>
            </p:nvSpPr>
            <p:spPr bwMode="auto">
              <a:xfrm>
                <a:off x="0" y="2678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73" name="Line 39"/>
              <p:cNvSpPr>
                <a:spLocks noChangeShapeType="1"/>
              </p:cNvSpPr>
              <p:nvPr userDrawn="1"/>
            </p:nvSpPr>
            <p:spPr bwMode="auto">
              <a:xfrm>
                <a:off x="0" y="2876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74" name="Line 40"/>
              <p:cNvSpPr>
                <a:spLocks noChangeShapeType="1"/>
              </p:cNvSpPr>
              <p:nvPr userDrawn="1"/>
            </p:nvSpPr>
            <p:spPr bwMode="auto">
              <a:xfrm>
                <a:off x="0" y="2855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75" name="Line 41"/>
              <p:cNvSpPr>
                <a:spLocks noChangeShapeType="1"/>
              </p:cNvSpPr>
              <p:nvPr userDrawn="1"/>
            </p:nvSpPr>
            <p:spPr bwMode="auto">
              <a:xfrm>
                <a:off x="0" y="2554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76" name="Line 42"/>
              <p:cNvSpPr>
                <a:spLocks noChangeShapeType="1"/>
              </p:cNvSpPr>
              <p:nvPr userDrawn="1"/>
            </p:nvSpPr>
            <p:spPr bwMode="auto">
              <a:xfrm>
                <a:off x="0" y="2590"/>
                <a:ext cx="5760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77" name="Line 43"/>
              <p:cNvSpPr>
                <a:spLocks noChangeShapeType="1"/>
              </p:cNvSpPr>
              <p:nvPr userDrawn="1"/>
            </p:nvSpPr>
            <p:spPr bwMode="auto">
              <a:xfrm>
                <a:off x="0" y="2623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78" name="Line 44"/>
              <p:cNvSpPr>
                <a:spLocks noChangeShapeType="1"/>
              </p:cNvSpPr>
              <p:nvPr userDrawn="1"/>
            </p:nvSpPr>
            <p:spPr bwMode="auto">
              <a:xfrm>
                <a:off x="0" y="2464"/>
                <a:ext cx="5760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79" name="Line 45"/>
              <p:cNvSpPr>
                <a:spLocks noChangeShapeType="1"/>
              </p:cNvSpPr>
              <p:nvPr userDrawn="1"/>
            </p:nvSpPr>
            <p:spPr bwMode="auto">
              <a:xfrm>
                <a:off x="0" y="2416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80" name="Line 46"/>
              <p:cNvSpPr>
                <a:spLocks noChangeShapeType="1"/>
              </p:cNvSpPr>
              <p:nvPr userDrawn="1"/>
            </p:nvSpPr>
            <p:spPr bwMode="auto">
              <a:xfrm>
                <a:off x="0" y="2509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81" name="Line 47"/>
              <p:cNvSpPr>
                <a:spLocks noChangeShapeType="1"/>
              </p:cNvSpPr>
              <p:nvPr userDrawn="1"/>
            </p:nvSpPr>
            <p:spPr bwMode="auto">
              <a:xfrm>
                <a:off x="0" y="2371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82" name="Line 48"/>
              <p:cNvSpPr>
                <a:spLocks noChangeShapeType="1"/>
              </p:cNvSpPr>
              <p:nvPr userDrawn="1"/>
            </p:nvSpPr>
            <p:spPr bwMode="auto">
              <a:xfrm>
                <a:off x="0" y="2245"/>
                <a:ext cx="5760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83" name="Line 49"/>
              <p:cNvSpPr>
                <a:spLocks noChangeShapeType="1"/>
              </p:cNvSpPr>
              <p:nvPr userDrawn="1"/>
            </p:nvSpPr>
            <p:spPr bwMode="auto">
              <a:xfrm>
                <a:off x="0" y="2350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84" name="Line 50"/>
              <p:cNvSpPr>
                <a:spLocks noChangeShapeType="1"/>
              </p:cNvSpPr>
              <p:nvPr userDrawn="1"/>
            </p:nvSpPr>
            <p:spPr bwMode="auto">
              <a:xfrm>
                <a:off x="0" y="2290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85" name="Line 51"/>
              <p:cNvSpPr>
                <a:spLocks noChangeShapeType="1"/>
              </p:cNvSpPr>
              <p:nvPr userDrawn="1"/>
            </p:nvSpPr>
            <p:spPr bwMode="auto">
              <a:xfrm>
                <a:off x="0" y="2269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86" name="Line 52"/>
              <p:cNvSpPr>
                <a:spLocks noChangeShapeType="1"/>
              </p:cNvSpPr>
              <p:nvPr userDrawn="1"/>
            </p:nvSpPr>
            <p:spPr bwMode="auto">
              <a:xfrm>
                <a:off x="0" y="2130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87" name="Line 53"/>
              <p:cNvSpPr>
                <a:spLocks noChangeShapeType="1"/>
              </p:cNvSpPr>
              <p:nvPr userDrawn="1"/>
            </p:nvSpPr>
            <p:spPr bwMode="auto">
              <a:xfrm>
                <a:off x="0" y="2166"/>
                <a:ext cx="5760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88" name="Line 54"/>
              <p:cNvSpPr>
                <a:spLocks noChangeShapeType="1"/>
              </p:cNvSpPr>
              <p:nvPr userDrawn="1"/>
            </p:nvSpPr>
            <p:spPr bwMode="auto">
              <a:xfrm>
                <a:off x="0" y="2199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89" name="Line 55"/>
              <p:cNvSpPr>
                <a:spLocks noChangeShapeType="1"/>
              </p:cNvSpPr>
              <p:nvPr userDrawn="1"/>
            </p:nvSpPr>
            <p:spPr bwMode="auto">
              <a:xfrm>
                <a:off x="0" y="2040"/>
                <a:ext cx="5760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90" name="Line 56"/>
              <p:cNvSpPr>
                <a:spLocks noChangeShapeType="1"/>
              </p:cNvSpPr>
              <p:nvPr userDrawn="1"/>
            </p:nvSpPr>
            <p:spPr bwMode="auto">
              <a:xfrm>
                <a:off x="0" y="1992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91" name="Line 57"/>
              <p:cNvSpPr>
                <a:spLocks noChangeShapeType="1"/>
              </p:cNvSpPr>
              <p:nvPr userDrawn="1"/>
            </p:nvSpPr>
            <p:spPr bwMode="auto">
              <a:xfrm>
                <a:off x="0" y="2085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92" name="Line 58"/>
              <p:cNvSpPr>
                <a:spLocks noChangeShapeType="1"/>
              </p:cNvSpPr>
              <p:nvPr userDrawn="1"/>
            </p:nvSpPr>
            <p:spPr bwMode="auto">
              <a:xfrm>
                <a:off x="0" y="1593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93" name="Line 59"/>
              <p:cNvSpPr>
                <a:spLocks noChangeShapeType="1"/>
              </p:cNvSpPr>
              <p:nvPr userDrawn="1"/>
            </p:nvSpPr>
            <p:spPr bwMode="auto">
              <a:xfrm>
                <a:off x="0" y="1566"/>
                <a:ext cx="5760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94" name="Line 60"/>
              <p:cNvSpPr>
                <a:spLocks noChangeShapeType="1"/>
              </p:cNvSpPr>
              <p:nvPr userDrawn="1"/>
            </p:nvSpPr>
            <p:spPr bwMode="auto">
              <a:xfrm>
                <a:off x="0" y="1947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95" name="Line 61"/>
              <p:cNvSpPr>
                <a:spLocks noChangeShapeType="1"/>
              </p:cNvSpPr>
              <p:nvPr userDrawn="1"/>
            </p:nvSpPr>
            <p:spPr bwMode="auto">
              <a:xfrm>
                <a:off x="0" y="1821"/>
                <a:ext cx="5760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96" name="Line 62"/>
              <p:cNvSpPr>
                <a:spLocks noChangeShapeType="1"/>
              </p:cNvSpPr>
              <p:nvPr userDrawn="1"/>
            </p:nvSpPr>
            <p:spPr bwMode="auto">
              <a:xfrm>
                <a:off x="0" y="1740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97" name="Line 63"/>
              <p:cNvSpPr>
                <a:spLocks noChangeShapeType="1"/>
              </p:cNvSpPr>
              <p:nvPr userDrawn="1"/>
            </p:nvSpPr>
            <p:spPr bwMode="auto">
              <a:xfrm>
                <a:off x="0" y="1926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98" name="Line 64"/>
              <p:cNvSpPr>
                <a:spLocks noChangeShapeType="1"/>
              </p:cNvSpPr>
              <p:nvPr userDrawn="1"/>
            </p:nvSpPr>
            <p:spPr bwMode="auto">
              <a:xfrm>
                <a:off x="0" y="1614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99" name="Line 65"/>
              <p:cNvSpPr>
                <a:spLocks noChangeShapeType="1"/>
              </p:cNvSpPr>
              <p:nvPr userDrawn="1"/>
            </p:nvSpPr>
            <p:spPr bwMode="auto">
              <a:xfrm>
                <a:off x="0" y="1668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00" name="Line 66"/>
              <p:cNvSpPr>
                <a:spLocks noChangeShapeType="1"/>
              </p:cNvSpPr>
              <p:nvPr userDrawn="1"/>
            </p:nvSpPr>
            <p:spPr bwMode="auto">
              <a:xfrm>
                <a:off x="0" y="1866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01" name="Line 67"/>
              <p:cNvSpPr>
                <a:spLocks noChangeShapeType="1"/>
              </p:cNvSpPr>
              <p:nvPr userDrawn="1"/>
            </p:nvSpPr>
            <p:spPr bwMode="auto">
              <a:xfrm>
                <a:off x="0" y="1845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02" name="Line 68"/>
              <p:cNvSpPr>
                <a:spLocks noChangeShapeType="1"/>
              </p:cNvSpPr>
              <p:nvPr userDrawn="1"/>
            </p:nvSpPr>
            <p:spPr bwMode="auto">
              <a:xfrm>
                <a:off x="0" y="1437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03" name="Line 69"/>
              <p:cNvSpPr>
                <a:spLocks noChangeShapeType="1"/>
              </p:cNvSpPr>
              <p:nvPr userDrawn="1"/>
            </p:nvSpPr>
            <p:spPr bwMode="auto">
              <a:xfrm>
                <a:off x="0" y="1473"/>
                <a:ext cx="5760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04" name="Line 70"/>
              <p:cNvSpPr>
                <a:spLocks noChangeShapeType="1"/>
              </p:cNvSpPr>
              <p:nvPr userDrawn="1"/>
            </p:nvSpPr>
            <p:spPr bwMode="auto">
              <a:xfrm>
                <a:off x="0" y="1506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05" name="Line 71"/>
              <p:cNvSpPr>
                <a:spLocks noChangeShapeType="1"/>
              </p:cNvSpPr>
              <p:nvPr userDrawn="1"/>
            </p:nvSpPr>
            <p:spPr bwMode="auto">
              <a:xfrm>
                <a:off x="0" y="1347"/>
                <a:ext cx="5760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06" name="Line 72"/>
              <p:cNvSpPr>
                <a:spLocks noChangeShapeType="1"/>
              </p:cNvSpPr>
              <p:nvPr userDrawn="1"/>
            </p:nvSpPr>
            <p:spPr bwMode="auto">
              <a:xfrm>
                <a:off x="0" y="1392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07" name="Line 73"/>
              <p:cNvSpPr>
                <a:spLocks noChangeShapeType="1"/>
              </p:cNvSpPr>
              <p:nvPr userDrawn="1"/>
            </p:nvSpPr>
            <p:spPr bwMode="auto">
              <a:xfrm>
                <a:off x="0" y="1016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08" name="Line 74"/>
              <p:cNvSpPr>
                <a:spLocks noChangeShapeType="1"/>
              </p:cNvSpPr>
              <p:nvPr userDrawn="1"/>
            </p:nvSpPr>
            <p:spPr bwMode="auto">
              <a:xfrm>
                <a:off x="0" y="989"/>
                <a:ext cx="5760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09" name="Line 75"/>
              <p:cNvSpPr>
                <a:spLocks noChangeShapeType="1"/>
              </p:cNvSpPr>
              <p:nvPr userDrawn="1"/>
            </p:nvSpPr>
            <p:spPr bwMode="auto">
              <a:xfrm>
                <a:off x="0" y="1244"/>
                <a:ext cx="5760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10" name="Line 76"/>
              <p:cNvSpPr>
                <a:spLocks noChangeShapeType="1"/>
              </p:cNvSpPr>
              <p:nvPr userDrawn="1"/>
            </p:nvSpPr>
            <p:spPr bwMode="auto">
              <a:xfrm>
                <a:off x="0" y="1163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11" name="Line 77"/>
              <p:cNvSpPr>
                <a:spLocks noChangeShapeType="1"/>
              </p:cNvSpPr>
              <p:nvPr userDrawn="1"/>
            </p:nvSpPr>
            <p:spPr bwMode="auto">
              <a:xfrm>
                <a:off x="0" y="1037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12" name="Line 78"/>
              <p:cNvSpPr>
                <a:spLocks noChangeShapeType="1"/>
              </p:cNvSpPr>
              <p:nvPr userDrawn="1"/>
            </p:nvSpPr>
            <p:spPr bwMode="auto">
              <a:xfrm>
                <a:off x="0" y="1091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13" name="Line 79"/>
              <p:cNvSpPr>
                <a:spLocks noChangeShapeType="1"/>
              </p:cNvSpPr>
              <p:nvPr userDrawn="1"/>
            </p:nvSpPr>
            <p:spPr bwMode="auto">
              <a:xfrm>
                <a:off x="0" y="1289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14" name="Line 80"/>
              <p:cNvSpPr>
                <a:spLocks noChangeShapeType="1"/>
              </p:cNvSpPr>
              <p:nvPr userDrawn="1"/>
            </p:nvSpPr>
            <p:spPr bwMode="auto">
              <a:xfrm>
                <a:off x="0" y="1268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15" name="Line 81"/>
              <p:cNvSpPr>
                <a:spLocks noChangeShapeType="1"/>
              </p:cNvSpPr>
              <p:nvPr userDrawn="1"/>
            </p:nvSpPr>
            <p:spPr bwMode="auto">
              <a:xfrm>
                <a:off x="0" y="860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16" name="Line 82"/>
              <p:cNvSpPr>
                <a:spLocks noChangeShapeType="1"/>
              </p:cNvSpPr>
              <p:nvPr userDrawn="1"/>
            </p:nvSpPr>
            <p:spPr bwMode="auto">
              <a:xfrm>
                <a:off x="0" y="896"/>
                <a:ext cx="5760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17" name="Line 83"/>
              <p:cNvSpPr>
                <a:spLocks noChangeShapeType="1"/>
              </p:cNvSpPr>
              <p:nvPr userDrawn="1"/>
            </p:nvSpPr>
            <p:spPr bwMode="auto">
              <a:xfrm>
                <a:off x="0" y="929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18" name="Line 84"/>
              <p:cNvSpPr>
                <a:spLocks noChangeShapeType="1"/>
              </p:cNvSpPr>
              <p:nvPr userDrawn="1"/>
            </p:nvSpPr>
            <p:spPr bwMode="auto">
              <a:xfrm>
                <a:off x="0" y="770"/>
                <a:ext cx="5760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19" name="Line 85"/>
              <p:cNvSpPr>
                <a:spLocks noChangeShapeType="1"/>
              </p:cNvSpPr>
              <p:nvPr userDrawn="1"/>
            </p:nvSpPr>
            <p:spPr bwMode="auto">
              <a:xfrm>
                <a:off x="0" y="815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0" name="Line 86"/>
              <p:cNvSpPr>
                <a:spLocks noChangeShapeType="1"/>
              </p:cNvSpPr>
              <p:nvPr userDrawn="1"/>
            </p:nvSpPr>
            <p:spPr bwMode="auto">
              <a:xfrm>
                <a:off x="0" y="718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1" name="Line 87"/>
              <p:cNvSpPr>
                <a:spLocks noChangeShapeType="1"/>
              </p:cNvSpPr>
              <p:nvPr userDrawn="1"/>
            </p:nvSpPr>
            <p:spPr bwMode="auto">
              <a:xfrm>
                <a:off x="0" y="646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2" name="Line 88"/>
              <p:cNvSpPr>
                <a:spLocks noChangeShapeType="1"/>
              </p:cNvSpPr>
              <p:nvPr userDrawn="1"/>
            </p:nvSpPr>
            <p:spPr bwMode="auto">
              <a:xfrm>
                <a:off x="0" y="522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3" name="Line 89"/>
              <p:cNvSpPr>
                <a:spLocks noChangeShapeType="1"/>
              </p:cNvSpPr>
              <p:nvPr userDrawn="1"/>
            </p:nvSpPr>
            <p:spPr bwMode="auto">
              <a:xfrm>
                <a:off x="0" y="558"/>
                <a:ext cx="5760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4" name="Line 90"/>
              <p:cNvSpPr>
                <a:spLocks noChangeShapeType="1"/>
              </p:cNvSpPr>
              <p:nvPr userDrawn="1"/>
            </p:nvSpPr>
            <p:spPr bwMode="auto">
              <a:xfrm>
                <a:off x="0" y="591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5" name="Line 91"/>
              <p:cNvSpPr>
                <a:spLocks noChangeShapeType="1"/>
              </p:cNvSpPr>
              <p:nvPr userDrawn="1"/>
            </p:nvSpPr>
            <p:spPr bwMode="auto">
              <a:xfrm>
                <a:off x="0" y="432"/>
                <a:ext cx="5760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6" name="Line 92"/>
              <p:cNvSpPr>
                <a:spLocks noChangeShapeType="1"/>
              </p:cNvSpPr>
              <p:nvPr userDrawn="1"/>
            </p:nvSpPr>
            <p:spPr bwMode="auto">
              <a:xfrm>
                <a:off x="0" y="384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7" name="Line 93"/>
              <p:cNvSpPr>
                <a:spLocks noChangeShapeType="1"/>
              </p:cNvSpPr>
              <p:nvPr userDrawn="1"/>
            </p:nvSpPr>
            <p:spPr bwMode="auto">
              <a:xfrm>
                <a:off x="0" y="477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8" name="Line 94"/>
              <p:cNvSpPr>
                <a:spLocks noChangeShapeType="1"/>
              </p:cNvSpPr>
              <p:nvPr userDrawn="1"/>
            </p:nvSpPr>
            <p:spPr bwMode="auto">
              <a:xfrm>
                <a:off x="0" y="339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9" name="Line 95"/>
              <p:cNvSpPr>
                <a:spLocks noChangeShapeType="1"/>
              </p:cNvSpPr>
              <p:nvPr userDrawn="1"/>
            </p:nvSpPr>
            <p:spPr bwMode="auto">
              <a:xfrm>
                <a:off x="0" y="318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0" name="Line 96"/>
              <p:cNvSpPr>
                <a:spLocks noChangeShapeType="1"/>
              </p:cNvSpPr>
              <p:nvPr userDrawn="1"/>
            </p:nvSpPr>
            <p:spPr bwMode="auto">
              <a:xfrm>
                <a:off x="0" y="258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1" name="Line 97"/>
              <p:cNvSpPr>
                <a:spLocks noChangeShapeType="1"/>
              </p:cNvSpPr>
              <p:nvPr userDrawn="1"/>
            </p:nvSpPr>
            <p:spPr bwMode="auto">
              <a:xfrm>
                <a:off x="0" y="70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2" name="Line 98"/>
              <p:cNvSpPr>
                <a:spLocks noChangeShapeType="1"/>
              </p:cNvSpPr>
              <p:nvPr userDrawn="1"/>
            </p:nvSpPr>
            <p:spPr bwMode="auto">
              <a:xfrm>
                <a:off x="0" y="43"/>
                <a:ext cx="5760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3" name="Line 99"/>
              <p:cNvSpPr>
                <a:spLocks noChangeShapeType="1"/>
              </p:cNvSpPr>
              <p:nvPr userDrawn="1"/>
            </p:nvSpPr>
            <p:spPr bwMode="auto">
              <a:xfrm>
                <a:off x="0" y="91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4" name="Line 100"/>
              <p:cNvSpPr>
                <a:spLocks noChangeShapeType="1"/>
              </p:cNvSpPr>
              <p:nvPr userDrawn="1"/>
            </p:nvSpPr>
            <p:spPr bwMode="auto">
              <a:xfrm>
                <a:off x="0" y="145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5" name="Line 101"/>
              <p:cNvSpPr>
                <a:spLocks noChangeShapeType="1"/>
              </p:cNvSpPr>
              <p:nvPr userDrawn="1"/>
            </p:nvSpPr>
            <p:spPr bwMode="auto">
              <a:xfrm>
                <a:off x="0" y="202"/>
                <a:ext cx="5760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033" name="Group 102"/>
            <p:cNvGrpSpPr>
              <a:grpSpLocks/>
            </p:cNvGrpSpPr>
            <p:nvPr userDrawn="1"/>
          </p:nvGrpSpPr>
          <p:grpSpPr bwMode="auto">
            <a:xfrm>
              <a:off x="400" y="205"/>
              <a:ext cx="5216" cy="1123"/>
              <a:chOff x="400" y="205"/>
              <a:chExt cx="5216" cy="1123"/>
            </a:xfrm>
          </p:grpSpPr>
          <p:sp>
            <p:nvSpPr>
              <p:cNvPr id="1034" name="Rectangle 103"/>
              <p:cNvSpPr>
                <a:spLocks noChangeArrowheads="1"/>
              </p:cNvSpPr>
              <p:nvPr userDrawn="1"/>
            </p:nvSpPr>
            <p:spPr bwMode="auto">
              <a:xfrm>
                <a:off x="557" y="205"/>
                <a:ext cx="313" cy="914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3200">
                    <a:solidFill>
                      <a:schemeClr val="tx1"/>
                    </a:solidFill>
                    <a:latin typeface="Times New Roman" charset="0"/>
                  </a:defRPr>
                </a:lvl1pPr>
                <a:lvl2pPr marL="742950" indent="-285750" eaLnBrk="0" hangingPunct="0">
                  <a:defRPr sz="3200">
                    <a:solidFill>
                      <a:schemeClr val="tx1"/>
                    </a:solidFill>
                    <a:latin typeface="Times New Roman" charset="0"/>
                  </a:defRPr>
                </a:lvl2pPr>
                <a:lvl3pPr marL="1143000" indent="-228600" eaLnBrk="0" hangingPunct="0">
                  <a:defRPr sz="3200">
                    <a:solidFill>
                      <a:schemeClr val="tx1"/>
                    </a:solidFill>
                    <a:latin typeface="Times New Roman" charset="0"/>
                  </a:defRPr>
                </a:lvl3pPr>
                <a:lvl4pPr marL="1600200" indent="-228600" eaLnBrk="0" hangingPunct="0">
                  <a:defRPr sz="3200">
                    <a:solidFill>
                      <a:schemeClr val="tx1"/>
                    </a:solidFill>
                    <a:latin typeface="Times New Roman" charset="0"/>
                  </a:defRPr>
                </a:lvl4pPr>
                <a:lvl5pPr marL="2057400" indent="-228600" eaLnBrk="0" hangingPunct="0">
                  <a:defRPr sz="3200">
                    <a:solidFill>
                      <a:schemeClr val="tx1"/>
                    </a:solidFill>
                    <a:latin typeface="Times New Roman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w"/>
                  <a:defRPr sz="3200">
                    <a:solidFill>
                      <a:schemeClr val="tx1"/>
                    </a:solidFill>
                    <a:latin typeface="Times New Roman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w"/>
                  <a:defRPr sz="3200">
                    <a:solidFill>
                      <a:schemeClr val="tx1"/>
                    </a:solidFill>
                    <a:latin typeface="Times New Roman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w"/>
                  <a:defRPr sz="3200">
                    <a:solidFill>
                      <a:schemeClr val="tx1"/>
                    </a:solidFill>
                    <a:latin typeface="Times New Roman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w"/>
                  <a:defRPr sz="3200"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035" name="Rectangle 104"/>
              <p:cNvSpPr>
                <a:spLocks noChangeArrowheads="1"/>
              </p:cNvSpPr>
              <p:nvPr userDrawn="1"/>
            </p:nvSpPr>
            <p:spPr bwMode="auto">
              <a:xfrm>
                <a:off x="400" y="288"/>
                <a:ext cx="3567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3200">
                    <a:solidFill>
                      <a:schemeClr val="tx1"/>
                    </a:solidFill>
                    <a:latin typeface="Times New Roman" charset="0"/>
                  </a:defRPr>
                </a:lvl1pPr>
                <a:lvl2pPr marL="742950" indent="-285750" eaLnBrk="0" hangingPunct="0">
                  <a:defRPr sz="3200">
                    <a:solidFill>
                      <a:schemeClr val="tx1"/>
                    </a:solidFill>
                    <a:latin typeface="Times New Roman" charset="0"/>
                  </a:defRPr>
                </a:lvl2pPr>
                <a:lvl3pPr marL="1143000" indent="-228600" eaLnBrk="0" hangingPunct="0">
                  <a:defRPr sz="3200">
                    <a:solidFill>
                      <a:schemeClr val="tx1"/>
                    </a:solidFill>
                    <a:latin typeface="Times New Roman" charset="0"/>
                  </a:defRPr>
                </a:lvl3pPr>
                <a:lvl4pPr marL="1600200" indent="-228600" eaLnBrk="0" hangingPunct="0">
                  <a:defRPr sz="3200">
                    <a:solidFill>
                      <a:schemeClr val="tx1"/>
                    </a:solidFill>
                    <a:latin typeface="Times New Roman" charset="0"/>
                  </a:defRPr>
                </a:lvl4pPr>
                <a:lvl5pPr marL="2057400" indent="-228600" eaLnBrk="0" hangingPunct="0">
                  <a:defRPr sz="3200">
                    <a:solidFill>
                      <a:schemeClr val="tx1"/>
                    </a:solidFill>
                    <a:latin typeface="Times New Roman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w"/>
                  <a:defRPr sz="3200">
                    <a:solidFill>
                      <a:schemeClr val="tx1"/>
                    </a:solidFill>
                    <a:latin typeface="Times New Roman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w"/>
                  <a:defRPr sz="3200">
                    <a:solidFill>
                      <a:schemeClr val="tx1"/>
                    </a:solidFill>
                    <a:latin typeface="Times New Roman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w"/>
                  <a:defRPr sz="3200">
                    <a:solidFill>
                      <a:schemeClr val="tx1"/>
                    </a:solidFill>
                    <a:latin typeface="Times New Roman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w"/>
                  <a:defRPr sz="3200"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036" name="Rectangle 105"/>
              <p:cNvSpPr>
                <a:spLocks noChangeArrowheads="1"/>
              </p:cNvSpPr>
              <p:nvPr userDrawn="1"/>
            </p:nvSpPr>
            <p:spPr bwMode="auto">
              <a:xfrm>
                <a:off x="4599" y="1115"/>
                <a:ext cx="929" cy="21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3200">
                    <a:solidFill>
                      <a:schemeClr val="tx1"/>
                    </a:solidFill>
                    <a:latin typeface="Times New Roman" charset="0"/>
                  </a:defRPr>
                </a:lvl1pPr>
                <a:lvl2pPr marL="742950" indent="-285750" eaLnBrk="0" hangingPunct="0">
                  <a:defRPr sz="3200">
                    <a:solidFill>
                      <a:schemeClr val="tx1"/>
                    </a:solidFill>
                    <a:latin typeface="Times New Roman" charset="0"/>
                  </a:defRPr>
                </a:lvl2pPr>
                <a:lvl3pPr marL="1143000" indent="-228600" eaLnBrk="0" hangingPunct="0">
                  <a:defRPr sz="3200">
                    <a:solidFill>
                      <a:schemeClr val="tx1"/>
                    </a:solidFill>
                    <a:latin typeface="Times New Roman" charset="0"/>
                  </a:defRPr>
                </a:lvl3pPr>
                <a:lvl4pPr marL="1600200" indent="-228600" eaLnBrk="0" hangingPunct="0">
                  <a:defRPr sz="3200">
                    <a:solidFill>
                      <a:schemeClr val="tx1"/>
                    </a:solidFill>
                    <a:latin typeface="Times New Roman" charset="0"/>
                  </a:defRPr>
                </a:lvl4pPr>
                <a:lvl5pPr marL="2057400" indent="-228600" eaLnBrk="0" hangingPunct="0">
                  <a:defRPr sz="3200">
                    <a:solidFill>
                      <a:schemeClr val="tx1"/>
                    </a:solidFill>
                    <a:latin typeface="Times New Roman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w"/>
                  <a:defRPr sz="3200">
                    <a:solidFill>
                      <a:schemeClr val="tx1"/>
                    </a:solidFill>
                    <a:latin typeface="Times New Roman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w"/>
                  <a:defRPr sz="3200">
                    <a:solidFill>
                      <a:schemeClr val="tx1"/>
                    </a:solidFill>
                    <a:latin typeface="Times New Roman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w"/>
                  <a:defRPr sz="3200">
                    <a:solidFill>
                      <a:schemeClr val="tx1"/>
                    </a:solidFill>
                    <a:latin typeface="Times New Roman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w"/>
                  <a:defRPr sz="3200"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037" name="Rectangle 106"/>
              <p:cNvSpPr>
                <a:spLocks noChangeArrowheads="1"/>
              </p:cNvSpPr>
              <p:nvPr userDrawn="1"/>
            </p:nvSpPr>
            <p:spPr bwMode="auto">
              <a:xfrm>
                <a:off x="2049" y="1211"/>
                <a:ext cx="3567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3200">
                    <a:solidFill>
                      <a:schemeClr val="tx1"/>
                    </a:solidFill>
                    <a:latin typeface="Times New Roman" charset="0"/>
                  </a:defRPr>
                </a:lvl1pPr>
                <a:lvl2pPr marL="742950" indent="-285750" eaLnBrk="0" hangingPunct="0">
                  <a:defRPr sz="3200">
                    <a:solidFill>
                      <a:schemeClr val="tx1"/>
                    </a:solidFill>
                    <a:latin typeface="Times New Roman" charset="0"/>
                  </a:defRPr>
                </a:lvl2pPr>
                <a:lvl3pPr marL="1143000" indent="-228600" eaLnBrk="0" hangingPunct="0">
                  <a:defRPr sz="3200">
                    <a:solidFill>
                      <a:schemeClr val="tx1"/>
                    </a:solidFill>
                    <a:latin typeface="Times New Roman" charset="0"/>
                  </a:defRPr>
                </a:lvl3pPr>
                <a:lvl4pPr marL="1600200" indent="-228600" eaLnBrk="0" hangingPunct="0">
                  <a:defRPr sz="3200">
                    <a:solidFill>
                      <a:schemeClr val="tx1"/>
                    </a:solidFill>
                    <a:latin typeface="Times New Roman" charset="0"/>
                  </a:defRPr>
                </a:lvl4pPr>
                <a:lvl5pPr marL="2057400" indent="-228600" eaLnBrk="0" hangingPunct="0">
                  <a:defRPr sz="3200">
                    <a:solidFill>
                      <a:schemeClr val="tx1"/>
                    </a:solidFill>
                    <a:latin typeface="Times New Roman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w"/>
                  <a:defRPr sz="3200">
                    <a:solidFill>
                      <a:schemeClr val="tx1"/>
                    </a:solidFill>
                    <a:latin typeface="Times New Roman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w"/>
                  <a:defRPr sz="3200">
                    <a:solidFill>
                      <a:schemeClr val="tx1"/>
                    </a:solidFill>
                    <a:latin typeface="Times New Roman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w"/>
                  <a:defRPr sz="3200">
                    <a:solidFill>
                      <a:schemeClr val="tx1"/>
                    </a:solidFill>
                    <a:latin typeface="Times New Roman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w"/>
                  <a:defRPr sz="3200"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</p:grpSp>
      <p:sp>
        <p:nvSpPr>
          <p:cNvPr id="1027" name="Rectangle 107"/>
          <p:cNvSpPr>
            <a:spLocks noGrp="1" noChangeArrowheads="1"/>
          </p:cNvSpPr>
          <p:nvPr>
            <p:ph type="body" idx="1"/>
          </p:nvPr>
        </p:nvSpPr>
        <p:spPr bwMode="auto">
          <a:xfrm>
            <a:off x="809625" y="2214563"/>
            <a:ext cx="7958138" cy="3881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n-US"/>
              <a:t>Haga clic para modificar el estilo de texto del patrón</a:t>
            </a:r>
          </a:p>
          <a:p>
            <a:pPr lvl="1"/>
            <a:r>
              <a:rPr lang="es-ES" altLang="en-US"/>
              <a:t>Segundo nivel</a:t>
            </a:r>
          </a:p>
          <a:p>
            <a:pPr lvl="2"/>
            <a:r>
              <a:rPr lang="es-ES" altLang="en-US"/>
              <a:t>Tercer nivel</a:t>
            </a:r>
          </a:p>
          <a:p>
            <a:pPr lvl="3"/>
            <a:r>
              <a:rPr lang="es-ES" altLang="en-US"/>
              <a:t>Cuarto nivel</a:t>
            </a:r>
          </a:p>
          <a:p>
            <a:pPr lvl="4"/>
            <a:r>
              <a:rPr lang="es-ES" altLang="en-US"/>
              <a:t>Quinto nivel</a:t>
            </a:r>
          </a:p>
        </p:txBody>
      </p:sp>
      <p:sp>
        <p:nvSpPr>
          <p:cNvPr id="3180" name="Rectangle 10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09625" y="6373813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FontTx/>
              <a:buNone/>
              <a:defRPr sz="1400" smtClean="0">
                <a:solidFill>
                  <a:schemeClr val="folHlink"/>
                </a:solidFill>
              </a:defRPr>
            </a:lvl1pPr>
          </a:lstStyle>
          <a:p>
            <a:pPr>
              <a:defRPr/>
            </a:pPr>
            <a:endParaRPr lang="es-ES" altLang="en-US"/>
          </a:p>
        </p:txBody>
      </p:sp>
      <p:sp>
        <p:nvSpPr>
          <p:cNvPr id="3181" name="Rectangle 10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32138" y="6376988"/>
            <a:ext cx="3086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ClrTx/>
              <a:buFontTx/>
              <a:buNone/>
              <a:defRPr sz="1400" smtClean="0">
                <a:solidFill>
                  <a:schemeClr val="folHlink"/>
                </a:solidFill>
              </a:defRPr>
            </a:lvl1pPr>
          </a:lstStyle>
          <a:p>
            <a:pPr>
              <a:defRPr/>
            </a:pPr>
            <a:endParaRPr lang="es-ES" altLang="en-US"/>
          </a:p>
        </p:txBody>
      </p:sp>
      <p:sp>
        <p:nvSpPr>
          <p:cNvPr id="3182" name="Rectangle 1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89713" y="6376988"/>
            <a:ext cx="2193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FontTx/>
              <a:buNone/>
              <a:defRPr sz="1400" smtClean="0">
                <a:solidFill>
                  <a:schemeClr val="folHlink"/>
                </a:solidFill>
              </a:defRPr>
            </a:lvl1pPr>
          </a:lstStyle>
          <a:p>
            <a:pPr>
              <a:defRPr/>
            </a:pPr>
            <a:fld id="{C5F02694-D394-44DE-B6E0-21E31B2C867C}" type="slidenum">
              <a:rPr lang="es-ES" altLang="en-US"/>
              <a:pPr>
                <a:defRPr/>
              </a:pPr>
              <a:t>‹Nº›</a:t>
            </a:fld>
            <a:endParaRPr lang="es-ES" altLang="en-US"/>
          </a:p>
        </p:txBody>
      </p:sp>
      <p:sp>
        <p:nvSpPr>
          <p:cNvPr id="1031" name="Rectangle 111"/>
          <p:cNvSpPr>
            <a:spLocks noGrp="1" noChangeArrowheads="1"/>
          </p:cNvSpPr>
          <p:nvPr>
            <p:ph type="title"/>
          </p:nvPr>
        </p:nvSpPr>
        <p:spPr bwMode="auto">
          <a:xfrm>
            <a:off x="1371600" y="609600"/>
            <a:ext cx="73787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n-US"/>
              <a:t>Haga clic para modificar el estilo de título del patrón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2pPr>
      <a:lvl3pPr algn="ctr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3pPr>
      <a:lvl4pPr algn="ctr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4pPr>
      <a:lvl5pPr algn="ctr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5pPr>
      <a:lvl6pPr marL="457200" algn="ctr" rtl="0" fontAlgn="base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6pPr>
      <a:lvl7pPr marL="914400" algn="ctr" rtl="0" fontAlgn="base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7pPr>
      <a:lvl8pPr marL="1371600" algn="ctr" rtl="0" fontAlgn="base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8pPr>
      <a:lvl9pPr marL="1828800" algn="ctr" rtl="0" fontAlgn="base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w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08585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5000"/>
        <a:buFont typeface="Wingdings" pitchFamily="2" charset="2"/>
        <a:buChar char="l"/>
        <a:defRPr sz="2400">
          <a:solidFill>
            <a:schemeClr val="tx1"/>
          </a:solidFill>
          <a:latin typeface="+mn-lt"/>
        </a:defRPr>
      </a:lvl3pPr>
      <a:lvl4pPr marL="142875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" pitchFamily="2" charset="2"/>
        <a:buChar char="w"/>
        <a:defRPr sz="2000">
          <a:solidFill>
            <a:schemeClr val="tx1"/>
          </a:solidFill>
          <a:latin typeface="+mn-lt"/>
        </a:defRPr>
      </a:lvl4pPr>
      <a:lvl5pPr marL="177165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5pPr>
      <a:lvl6pPr marL="222885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6pPr>
      <a:lvl7pPr marL="268605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7pPr>
      <a:lvl8pPr marL="314325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8pPr>
      <a:lvl9pPr marL="360045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mailto:vfrittelli@gmail.co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l" eaLnBrk="1" hangingPunct="1"/>
            <a:r>
              <a:rPr lang="es-AR" altLang="en-US">
                <a:cs typeface="Times New Roman" charset="0"/>
              </a:rPr>
              <a:t>Algoritmos y Estructuras de Datos</a:t>
            </a:r>
            <a:br>
              <a:rPr lang="es-AR" altLang="en-US" sz="3600">
                <a:cs typeface="Times New Roman" charset="0"/>
              </a:rPr>
            </a:br>
            <a:r>
              <a:rPr lang="es-AR" altLang="en-US" sz="3600">
                <a:cs typeface="Times New Roman" charset="0"/>
              </a:rPr>
              <a:t>			(AED)</a:t>
            </a:r>
            <a:r>
              <a:rPr lang="es-ES" altLang="en-US" sz="3600"/>
              <a:t> 2026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03648" y="2693988"/>
            <a:ext cx="6984776" cy="3399308"/>
          </a:xfrm>
        </p:spPr>
        <p:txBody>
          <a:bodyPr/>
          <a:lstStyle/>
          <a:p>
            <a:pPr algn="l" eaLnBrk="1" hangingPunct="1">
              <a:defRPr/>
            </a:pPr>
            <a:r>
              <a:rPr lang="pt-BR" altLang="en-US"/>
              <a:t>Universidad Tecnológica Nacional</a:t>
            </a:r>
          </a:p>
          <a:p>
            <a:pPr algn="l" eaLnBrk="1" hangingPunct="1">
              <a:defRPr/>
            </a:pPr>
            <a:r>
              <a:rPr lang="pt-BR" altLang="en-US"/>
              <a:t>Facultad Regional Córdoba</a:t>
            </a:r>
          </a:p>
          <a:p>
            <a:pPr algn="l" eaLnBrk="1" hangingPunct="1">
              <a:defRPr/>
            </a:pPr>
            <a:r>
              <a:rPr lang="pt-BR" altLang="en-US"/>
              <a:t>Ingeniería en Sistemas de Información</a:t>
            </a:r>
          </a:p>
          <a:p>
            <a:pPr algn="l" eaLnBrk="1" hangingPunct="1">
              <a:defRPr/>
            </a:pPr>
            <a:r>
              <a:rPr lang="pt-BR" altLang="en-US"/>
              <a:t>Director de Cátedra: </a:t>
            </a:r>
            <a:r>
              <a:rPr lang="pt-BR" altLang="en-US" i="1">
                <a:solidFill>
                  <a:srgbClr val="000000"/>
                </a:solidFill>
              </a:rPr>
              <a:t>Ing. Valerio Frittelli</a:t>
            </a:r>
          </a:p>
          <a:p>
            <a:pPr algn="l" eaLnBrk="1" hangingPunct="1">
              <a:defRPr/>
            </a:pPr>
            <a:endParaRPr lang="pt-BR" altLang="en-US" i="1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750912"/>
            <a:ext cx="7378700" cy="1066800"/>
          </a:xfrm>
        </p:spPr>
        <p:txBody>
          <a:bodyPr/>
          <a:lstStyle/>
          <a:p>
            <a:pPr eaLnBrk="1" hangingPunct="1"/>
            <a:r>
              <a:rPr lang="pt-BR" altLang="en-US"/>
              <a:t>Ficha 01: Fundamentos de Programación</a:t>
            </a:r>
            <a:endParaRPr lang="es-ES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9625" y="2147712"/>
            <a:ext cx="7958138" cy="4032448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spcBef>
                <a:spcPct val="30000"/>
              </a:spcBef>
              <a:spcAft>
                <a:spcPct val="25000"/>
              </a:spcAft>
            </a:pPr>
            <a:r>
              <a:rPr lang="pt-BR" altLang="en-US" sz="2400" b="1">
                <a:solidFill>
                  <a:schemeClr val="accent6">
                    <a:lumMod val="75000"/>
                    <a:lumOff val="25000"/>
                  </a:schemeClr>
                </a:solidFill>
                <a:cs typeface="Times New Roman"/>
              </a:rPr>
              <a:t>¿Qué es un </a:t>
            </a:r>
            <a:r>
              <a:rPr lang="pt-BR" altLang="en-US" sz="2400" b="1" i="1">
                <a:solidFill>
                  <a:schemeClr val="accent6">
                    <a:lumMod val="75000"/>
                    <a:lumOff val="25000"/>
                  </a:schemeClr>
                </a:solidFill>
                <a:cs typeface="Times New Roman"/>
              </a:rPr>
              <a:t>Algoritmo</a:t>
            </a:r>
            <a:r>
              <a:rPr lang="pt-BR" altLang="en-US" sz="2400" b="1">
                <a:solidFill>
                  <a:schemeClr val="accent6">
                    <a:lumMod val="75000"/>
                    <a:lumOff val="25000"/>
                  </a:schemeClr>
                </a:solidFill>
                <a:cs typeface="Times New Roman"/>
              </a:rPr>
              <a:t>?</a:t>
            </a:r>
          </a:p>
          <a:p>
            <a:pPr marL="0" indent="0" algn="just" eaLnBrk="1" hangingPunct="1">
              <a:lnSpc>
                <a:spcPct val="90000"/>
              </a:lnSpc>
              <a:spcBef>
                <a:spcPct val="30000"/>
              </a:spcBef>
              <a:spcAft>
                <a:spcPct val="25000"/>
              </a:spcAft>
              <a:buNone/>
            </a:pPr>
            <a:endParaRPr lang="pt-BR" altLang="en-US" sz="2400" b="1">
              <a:latin typeface="Times New Roman"/>
              <a:cs typeface="Times New Roman"/>
            </a:endParaRPr>
          </a:p>
          <a:p>
            <a:pPr algn="just" eaLnBrk="1" hangingPunct="1">
              <a:spcBef>
                <a:spcPts val="3000"/>
              </a:spcBef>
              <a:spcAft>
                <a:spcPts val="0"/>
              </a:spcAft>
            </a:pPr>
            <a:r>
              <a:rPr lang="pt-BR" altLang="en-US" sz="2400" b="1">
                <a:solidFill>
                  <a:srgbClr val="7030A0"/>
                </a:solidFill>
                <a:latin typeface="Times New Roman"/>
                <a:cs typeface="Times New Roman"/>
              </a:rPr>
              <a:t>¿Qué es una </a:t>
            </a:r>
            <a:r>
              <a:rPr lang="pt-BR" altLang="en-US" sz="2400" b="1" i="1">
                <a:solidFill>
                  <a:srgbClr val="7030A0"/>
                </a:solidFill>
                <a:latin typeface="Times New Roman"/>
                <a:cs typeface="Times New Roman"/>
              </a:rPr>
              <a:t>Computadora</a:t>
            </a:r>
            <a:r>
              <a:rPr lang="pt-BR" altLang="en-US" sz="2400" b="1">
                <a:solidFill>
                  <a:srgbClr val="7030A0"/>
                </a:solidFill>
                <a:latin typeface="Times New Roman"/>
                <a:cs typeface="Times New Roman"/>
              </a:rPr>
              <a:t>?</a:t>
            </a:r>
          </a:p>
          <a:p>
            <a:pPr marL="0" indent="0" algn="just" eaLnBrk="1" hangingPunct="1">
              <a:lnSpc>
                <a:spcPct val="90000"/>
              </a:lnSpc>
              <a:spcBef>
                <a:spcPct val="30000"/>
              </a:spcBef>
              <a:spcAft>
                <a:spcPct val="25000"/>
              </a:spcAft>
              <a:buNone/>
            </a:pPr>
            <a:endParaRPr lang="pt-BR" altLang="en-US" sz="2400" b="1">
              <a:latin typeface="Times New Roman"/>
              <a:cs typeface="Times New Roman"/>
            </a:endParaRPr>
          </a:p>
          <a:p>
            <a:pPr algn="just" eaLnBrk="1" hangingPunct="1">
              <a:spcBef>
                <a:spcPts val="3600"/>
              </a:spcBef>
              <a:spcAft>
                <a:spcPts val="0"/>
              </a:spcAft>
            </a:pPr>
            <a:r>
              <a:rPr lang="pt-BR" altLang="en-US" sz="2400" b="1">
                <a:solidFill>
                  <a:schemeClr val="accent5">
                    <a:lumMod val="25000"/>
                  </a:schemeClr>
                </a:solidFill>
                <a:cs typeface="Times New Roman"/>
              </a:rPr>
              <a:t>¿Qué es un </a:t>
            </a:r>
            <a:r>
              <a:rPr lang="pt-BR" altLang="en-US" sz="2400" b="1" i="1">
                <a:solidFill>
                  <a:schemeClr val="accent5">
                    <a:lumMod val="25000"/>
                  </a:schemeClr>
                </a:solidFill>
                <a:cs typeface="Times New Roman"/>
              </a:rPr>
              <a:t>Programa</a:t>
            </a:r>
            <a:r>
              <a:rPr lang="pt-BR" altLang="en-US" sz="2400" b="1">
                <a:solidFill>
                  <a:schemeClr val="accent5">
                    <a:lumMod val="25000"/>
                  </a:schemeClr>
                </a:solidFill>
                <a:cs typeface="Times New Roman"/>
              </a:rPr>
              <a:t>?</a:t>
            </a:r>
          </a:p>
          <a:p>
            <a:pPr algn="just" eaLnBrk="1" hangingPunct="1">
              <a:lnSpc>
                <a:spcPct val="90000"/>
              </a:lnSpc>
              <a:spcBef>
                <a:spcPct val="30000"/>
              </a:spcBef>
              <a:spcAft>
                <a:spcPct val="25000"/>
              </a:spcAft>
            </a:pPr>
            <a:endParaRPr lang="pt-BR" altLang="en-US" sz="2400" b="1">
              <a:latin typeface="Times New Roman"/>
              <a:cs typeface="Times New Roman"/>
            </a:endParaRPr>
          </a:p>
          <a:p>
            <a:pPr algn="just" eaLnBrk="1" hangingPunct="1">
              <a:lnSpc>
                <a:spcPct val="90000"/>
              </a:lnSpc>
              <a:spcBef>
                <a:spcPct val="30000"/>
              </a:spcBef>
              <a:spcAft>
                <a:spcPct val="25000"/>
              </a:spcAft>
            </a:pPr>
            <a:endParaRPr lang="pt-BR" altLang="en-US" sz="2400" b="1">
              <a:latin typeface="Times New Roman"/>
              <a:cs typeface="Times New Roman"/>
            </a:endParaRPr>
          </a:p>
          <a:p>
            <a:pPr algn="just" eaLnBrk="1" hangingPunct="1">
              <a:lnSpc>
                <a:spcPct val="90000"/>
              </a:lnSpc>
              <a:spcBef>
                <a:spcPct val="30000"/>
              </a:spcBef>
              <a:spcAft>
                <a:spcPct val="25000"/>
              </a:spcAft>
            </a:pPr>
            <a:endParaRPr lang="pt-BR" altLang="en-US" sz="2400" b="1"/>
          </a:p>
        </p:txBody>
      </p:sp>
      <p:sp>
        <p:nvSpPr>
          <p:cNvPr id="2" name="1 CuadroTexto"/>
          <p:cNvSpPr txBox="1"/>
          <p:nvPr/>
        </p:nvSpPr>
        <p:spPr>
          <a:xfrm>
            <a:off x="1547664" y="3802760"/>
            <a:ext cx="66967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None/>
            </a:pPr>
            <a:r>
              <a:rPr lang="en-US" sz="2200">
                <a:solidFill>
                  <a:srgbClr val="7030A0"/>
                </a:solidFill>
              </a:rPr>
              <a:t>Es un aparato electrónico capaz de ejecutar (con velocidad y precisión) un </a:t>
            </a:r>
            <a:r>
              <a:rPr lang="en-US" sz="2200" b="1" i="1">
                <a:solidFill>
                  <a:srgbClr val="7030A0"/>
                </a:solidFill>
              </a:rPr>
              <a:t>algoritmo</a:t>
            </a:r>
            <a:r>
              <a:rPr lang="en-US" sz="2200">
                <a:solidFill>
                  <a:srgbClr val="7030A0"/>
                </a:solidFill>
              </a:rPr>
              <a:t>.</a:t>
            </a:r>
          </a:p>
        </p:txBody>
      </p:sp>
      <p:sp>
        <p:nvSpPr>
          <p:cNvPr id="5" name="4 CuadroTexto"/>
          <p:cNvSpPr txBox="1"/>
          <p:nvPr/>
        </p:nvSpPr>
        <p:spPr>
          <a:xfrm>
            <a:off x="1547664" y="2478607"/>
            <a:ext cx="69127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None/>
            </a:pPr>
            <a:r>
              <a:rPr lang="en-US" sz="2200">
                <a:solidFill>
                  <a:schemeClr val="accent6">
                    <a:lumMod val="75000"/>
                    <a:lumOff val="25000"/>
                  </a:schemeClr>
                </a:solidFill>
              </a:rPr>
              <a:t>Es la secuencia finita y ordenada de pasos que permite resolver un problema.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1547664" y="5179863"/>
            <a:ext cx="66967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None/>
            </a:pPr>
            <a:r>
              <a:rPr lang="en-US" sz="2200">
                <a:solidFill>
                  <a:schemeClr val="accent5">
                    <a:lumMod val="25000"/>
                  </a:schemeClr>
                </a:solidFill>
              </a:rPr>
              <a:t>Es un </a:t>
            </a:r>
            <a:r>
              <a:rPr lang="en-US" sz="2200" b="1" i="1">
                <a:solidFill>
                  <a:schemeClr val="accent5">
                    <a:lumMod val="25000"/>
                  </a:schemeClr>
                </a:solidFill>
              </a:rPr>
              <a:t>algoritmo</a:t>
            </a:r>
            <a:r>
              <a:rPr lang="en-US" sz="2200">
                <a:solidFill>
                  <a:schemeClr val="accent5">
                    <a:lumMod val="25000"/>
                  </a:schemeClr>
                </a:solidFill>
              </a:rPr>
              <a:t> escrito en forma técnica, de forma que pueda ser interpretado y ejecutado por una computadora.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uiExpand="1" build="p"/>
      <p:bldP spid="2" grpId="0"/>
      <p:bldP spid="5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en-US" sz="3600"/>
              <a:t>Algoritmos...</a:t>
            </a:r>
            <a:endParaRPr lang="es-ES" altLang="en-US" sz="360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9625" y="2143123"/>
            <a:ext cx="7958138" cy="4238205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spcBef>
                <a:spcPct val="30000"/>
              </a:spcBef>
              <a:spcAft>
                <a:spcPct val="30000"/>
              </a:spcAft>
            </a:pPr>
            <a:r>
              <a:rPr lang="es-ES" altLang="en-US" sz="2400"/>
              <a:t>Estructura de un Algoritmo</a:t>
            </a:r>
          </a:p>
          <a:p>
            <a:pPr algn="just" eaLnBrk="1" hangingPunct="1">
              <a:lnSpc>
                <a:spcPct val="90000"/>
              </a:lnSpc>
              <a:spcBef>
                <a:spcPct val="30000"/>
              </a:spcBef>
              <a:spcAft>
                <a:spcPct val="30000"/>
              </a:spcAft>
            </a:pPr>
            <a:endParaRPr lang="es-ES" altLang="en-US" sz="2400"/>
          </a:p>
          <a:p>
            <a:pPr marL="0" indent="0" algn="just" eaLnBrk="1" hangingPunct="1">
              <a:lnSpc>
                <a:spcPct val="90000"/>
              </a:lnSpc>
              <a:spcBef>
                <a:spcPct val="30000"/>
              </a:spcBef>
              <a:spcAft>
                <a:spcPct val="30000"/>
              </a:spcAft>
              <a:buNone/>
            </a:pPr>
            <a:endParaRPr lang="es-ES" altLang="en-US" sz="2400"/>
          </a:p>
          <a:p>
            <a:pPr algn="just" eaLnBrk="1" hangingPunct="1">
              <a:spcBef>
                <a:spcPts val="2400"/>
              </a:spcBef>
              <a:spcAft>
                <a:spcPts val="0"/>
              </a:spcAft>
            </a:pPr>
            <a:r>
              <a:rPr lang="es-ES" altLang="en-US" sz="2400"/>
              <a:t>El bloque de los </a:t>
            </a:r>
            <a:r>
              <a:rPr lang="es-ES" altLang="en-US" sz="2400" b="1" i="1"/>
              <a:t>Procesos</a:t>
            </a:r>
            <a:r>
              <a:rPr lang="es-ES" altLang="en-US" sz="2400"/>
              <a:t> contiene los pasos o instrucciones que permiten transformar los </a:t>
            </a:r>
            <a:r>
              <a:rPr lang="es-ES" altLang="en-US" sz="2400" b="1" i="1"/>
              <a:t>Datos </a:t>
            </a:r>
            <a:r>
              <a:rPr lang="es-ES" altLang="en-US" sz="2400"/>
              <a:t>en los </a:t>
            </a:r>
            <a:r>
              <a:rPr lang="es-ES" altLang="en-US" sz="2400" b="1" i="1"/>
              <a:t>Resultados</a:t>
            </a:r>
            <a:r>
              <a:rPr lang="es-ES" altLang="en-US" sz="2400"/>
              <a:t> buscados.</a:t>
            </a:r>
          </a:p>
          <a:p>
            <a:pPr algn="just" eaLnBrk="1" hangingPunct="1">
              <a:spcBef>
                <a:spcPts val="1000"/>
              </a:spcBef>
              <a:spcAft>
                <a:spcPts val="0"/>
              </a:spcAft>
            </a:pPr>
            <a:r>
              <a:rPr lang="es-ES" altLang="en-US" sz="2400"/>
              <a:t>Esos pasos típicamente se basan en un conjunto mínimo y esencial de acciones válidas, que designamos como </a:t>
            </a:r>
            <a:r>
              <a:rPr lang="es-ES" altLang="en-US" sz="2400" b="1" i="1"/>
              <a:t>Conjunto de Instrucciones Primitivas</a:t>
            </a:r>
            <a:r>
              <a:rPr lang="es-ES" altLang="en-US" sz="2400"/>
              <a:t>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1080" y="2509830"/>
            <a:ext cx="6757292" cy="14237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en-US"/>
              <a:t>...y más Algoritmos...</a:t>
            </a:r>
            <a:endParaRPr lang="es-ES" altLang="en-US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9625" y="2143123"/>
            <a:ext cx="7958138" cy="4094757"/>
          </a:xfrm>
        </p:spPr>
        <p:txBody>
          <a:bodyPr/>
          <a:lstStyle/>
          <a:p>
            <a:pPr algn="just" eaLnBrk="1" hangingPunct="1">
              <a:spcBef>
                <a:spcPts val="2000"/>
              </a:spcBef>
              <a:spcAft>
                <a:spcPts val="0"/>
              </a:spcAft>
            </a:pPr>
            <a:r>
              <a:rPr lang="es-ES" altLang="en-US" sz="2400"/>
              <a:t>Las </a:t>
            </a:r>
            <a:r>
              <a:rPr lang="es-ES" altLang="en-US" sz="2400" b="1" i="1"/>
              <a:t>instrucciones primitivas</a:t>
            </a:r>
            <a:r>
              <a:rPr lang="es-ES" altLang="en-US" sz="2400"/>
              <a:t> son aquellas que mínimamente se espera que sean comprendidas por quien ejecuta el algoritmo.</a:t>
            </a:r>
          </a:p>
          <a:p>
            <a:pPr algn="just" eaLnBrk="1" hangingPunct="1">
              <a:spcBef>
                <a:spcPts val="1000"/>
              </a:spcBef>
              <a:spcAft>
                <a:spcPts val="0"/>
              </a:spcAft>
            </a:pPr>
            <a:r>
              <a:rPr lang="es-ES" altLang="en-US" sz="2400" b="1" u="sng"/>
              <a:t>Ejemplo:</a:t>
            </a:r>
            <a:r>
              <a:rPr lang="es-ES" altLang="en-US" sz="2400" b="1"/>
              <a:t> </a:t>
            </a:r>
            <a:r>
              <a:rPr lang="es-ES" altLang="en-US" sz="2400"/>
              <a:t>Cuáles son las instrucciones primitivas que debe comprender una persona para aplicar el conocido algoritmo de sumar dos números de varios dígitos?</a:t>
            </a:r>
            <a:endParaRPr lang="es-ES" altLang="en-US" sz="2400" b="1">
              <a:solidFill>
                <a:srgbClr val="FF0000"/>
              </a:solidFill>
            </a:endParaRPr>
          </a:p>
          <a:p>
            <a:pPr lvl="1" algn="just" eaLnBrk="1" hangingPunct="1"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s-ES" altLang="en-US" sz="2000" b="1">
                <a:solidFill>
                  <a:schemeClr val="accent6">
                    <a:lumMod val="75000"/>
                    <a:lumOff val="25000"/>
                  </a:schemeClr>
                </a:solidFill>
              </a:rPr>
              <a:t>Escribir los números uno sobre el otro y alinearlos hacia la derecha.</a:t>
            </a:r>
          </a:p>
          <a:p>
            <a:pPr lvl="1" algn="just" eaLnBrk="1" hangingPunct="1"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s-ES" altLang="en-US" sz="2000" b="1">
                <a:solidFill>
                  <a:schemeClr val="accent6">
                    <a:lumMod val="75000"/>
                    <a:lumOff val="25000"/>
                  </a:schemeClr>
                </a:solidFill>
              </a:rPr>
              <a:t>Sumar dos números de un dígito.</a:t>
            </a:r>
          </a:p>
          <a:p>
            <a:pPr lvl="1" algn="just" eaLnBrk="1" hangingPunct="1"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s-ES" altLang="en-US" sz="2000" b="1">
                <a:solidFill>
                  <a:schemeClr val="accent6">
                    <a:lumMod val="75000"/>
                    <a:lumOff val="25000"/>
                  </a:schemeClr>
                </a:solidFill>
              </a:rPr>
              <a:t>Acarrear hacia la izquierda el primer dígito si la suma de dos números de un dígito da un resultado de dos dígitos.</a:t>
            </a:r>
          </a:p>
          <a:p>
            <a:pPr algn="just" eaLnBrk="1" hangingPunct="1">
              <a:spcBef>
                <a:spcPts val="1000"/>
              </a:spcBef>
              <a:spcAft>
                <a:spcPts val="0"/>
              </a:spcAft>
            </a:pPr>
            <a:endParaRPr lang="es-ES" altLang="en-US" sz="2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en-US"/>
              <a:t>...y aún más Algoritmos!</a:t>
            </a:r>
            <a:endParaRPr lang="es-ES" altLang="en-US" i="1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9625" y="2114547"/>
            <a:ext cx="7958138" cy="4410797"/>
          </a:xfrm>
        </p:spPr>
        <p:txBody>
          <a:bodyPr/>
          <a:lstStyle/>
          <a:p>
            <a:pPr algn="just" eaLnBrk="1" hangingPunct="1">
              <a:spcBef>
                <a:spcPts val="2000"/>
              </a:spcBef>
              <a:spcAft>
                <a:spcPts val="0"/>
              </a:spcAft>
            </a:pPr>
            <a:r>
              <a:rPr lang="es-ES" altLang="en-US" sz="2200"/>
              <a:t>A pensar un poco ahora: Se pide diseñar un algoritmo básico para cambiar una rueda de un automóvil. La rueda está sujetada por un conjunto de 6 seis tuercas.</a:t>
            </a:r>
          </a:p>
          <a:p>
            <a:pPr algn="just" eaLnBrk="1" hangingPunct="1">
              <a:spcBef>
                <a:spcPts val="400"/>
              </a:spcBef>
              <a:spcAft>
                <a:spcPts val="0"/>
              </a:spcAft>
            </a:pPr>
            <a:r>
              <a:rPr lang="es-ES" altLang="en-US" sz="2200"/>
              <a:t>… Pero sólo están permitidas las siguientes instrucciones o acciones primitivas:</a:t>
            </a:r>
            <a:endParaRPr lang="es-ES" altLang="en-US" sz="2000" i="1"/>
          </a:p>
          <a:p>
            <a:pPr lvl="1" indent="-342900" algn="just" eaLnBrk="1" hangingPunct="1">
              <a:spcBef>
                <a:spcPts val="300"/>
              </a:spcBef>
              <a:spcAft>
                <a:spcPts val="0"/>
              </a:spcAft>
              <a:buSzPct val="90000"/>
              <a:buFont typeface="Wingdings" panose="05000000000000000000" pitchFamily="2" charset="2"/>
              <a:buChar char="ü"/>
            </a:pPr>
            <a:r>
              <a:rPr lang="es-ES" altLang="en-US" sz="2000" i="1"/>
              <a:t>Levantar el auto con el aparejo adecuado (un “gato”).</a:t>
            </a:r>
          </a:p>
          <a:p>
            <a:pPr lvl="1" indent="-342900" algn="just" eaLnBrk="1" hangingPunct="1">
              <a:spcBef>
                <a:spcPts val="300"/>
              </a:spcBef>
              <a:spcAft>
                <a:spcPts val="0"/>
              </a:spcAft>
              <a:buSzPct val="90000"/>
              <a:buFont typeface="Wingdings" panose="05000000000000000000" pitchFamily="2" charset="2"/>
              <a:buChar char="ü"/>
            </a:pPr>
            <a:r>
              <a:rPr lang="es-ES" altLang="en-US" sz="2000" i="1"/>
              <a:t>Bajar el auto y desacoplar el aparejo o “gato”.</a:t>
            </a:r>
          </a:p>
          <a:p>
            <a:pPr lvl="1" indent="-342900" algn="just" eaLnBrk="1" hangingPunct="1">
              <a:spcBef>
                <a:spcPts val="300"/>
              </a:spcBef>
              <a:spcAft>
                <a:spcPts val="0"/>
              </a:spcAft>
              <a:buSzPct val="90000"/>
              <a:buFont typeface="Wingdings" panose="05000000000000000000" pitchFamily="2" charset="2"/>
              <a:buChar char="ü"/>
            </a:pPr>
            <a:r>
              <a:rPr lang="es-ES" altLang="en-US" sz="2000" i="1"/>
              <a:t>Ajustar una tuerca.</a:t>
            </a:r>
          </a:p>
          <a:p>
            <a:pPr lvl="1" indent="-342900" algn="just" eaLnBrk="1" hangingPunct="1">
              <a:spcBef>
                <a:spcPts val="300"/>
              </a:spcBef>
              <a:spcAft>
                <a:spcPts val="0"/>
              </a:spcAft>
              <a:buSzPct val="90000"/>
              <a:buFont typeface="Wingdings" panose="05000000000000000000" pitchFamily="2" charset="2"/>
              <a:buChar char="ü"/>
            </a:pPr>
            <a:r>
              <a:rPr lang="es-ES" altLang="en-US" sz="2000" i="1"/>
              <a:t>Desajustar una tuerca.</a:t>
            </a:r>
          </a:p>
          <a:p>
            <a:pPr lvl="1" indent="-342900" algn="just" eaLnBrk="1" hangingPunct="1">
              <a:spcBef>
                <a:spcPts val="300"/>
              </a:spcBef>
              <a:spcAft>
                <a:spcPts val="0"/>
              </a:spcAft>
              <a:buSzPct val="90000"/>
              <a:buFont typeface="Wingdings" panose="05000000000000000000" pitchFamily="2" charset="2"/>
              <a:buChar char="ü"/>
            </a:pPr>
            <a:r>
              <a:rPr lang="es-ES" altLang="en-US" sz="2000" i="1"/>
              <a:t>Quitar una rueda de su lugar en la punta del eje.</a:t>
            </a:r>
          </a:p>
          <a:p>
            <a:pPr lvl="1" indent="-342900" algn="just" eaLnBrk="1" hangingPunct="1">
              <a:spcBef>
                <a:spcPts val="300"/>
              </a:spcBef>
              <a:spcAft>
                <a:spcPts val="0"/>
              </a:spcAft>
              <a:buSzPct val="90000"/>
              <a:buFont typeface="Wingdings" panose="05000000000000000000" pitchFamily="2" charset="2"/>
              <a:buChar char="ü"/>
            </a:pPr>
            <a:r>
              <a:rPr lang="es-ES" altLang="en-US" sz="2000" i="1"/>
              <a:t>Colocar una rueda en la punta del eje.</a:t>
            </a:r>
          </a:p>
          <a:p>
            <a:pPr lvl="1" indent="-342900" algn="just" eaLnBrk="1" hangingPunct="1">
              <a:spcBef>
                <a:spcPts val="300"/>
              </a:spcBef>
              <a:spcAft>
                <a:spcPts val="0"/>
              </a:spcAft>
              <a:buSzPct val="90000"/>
              <a:buFont typeface="Wingdings" panose="05000000000000000000" pitchFamily="2" charset="2"/>
              <a:buChar char="ü"/>
            </a:pPr>
            <a:r>
              <a:rPr lang="es-ES" altLang="en-US" sz="2000" i="1"/>
              <a:t>Repetir </a:t>
            </a:r>
            <a:r>
              <a:rPr lang="es-ES" altLang="en-US" sz="2000" b="1" i="1"/>
              <a:t>n</a:t>
            </a:r>
            <a:r>
              <a:rPr lang="es-ES" altLang="en-US" sz="2000" i="1"/>
              <a:t> veces una instrucción  (o conjunto de instrucciones) que se escriba tabulado hacia la derecha.</a:t>
            </a:r>
          </a:p>
          <a:p>
            <a:pPr marL="0" indent="0" algn="just" eaLnBrk="1" hangingPunct="1">
              <a:spcBef>
                <a:spcPts val="1000"/>
              </a:spcBef>
              <a:spcAft>
                <a:spcPts val="0"/>
              </a:spcAft>
              <a:buNone/>
            </a:pPr>
            <a:endParaRPr lang="es-ES" altLang="en-US" sz="2400"/>
          </a:p>
          <a:p>
            <a:pPr marL="0" lvl="1" indent="0" algn="just" eaLnBrk="1" hangingPunct="1">
              <a:spcBef>
                <a:spcPts val="600"/>
              </a:spcBef>
              <a:spcAft>
                <a:spcPts val="600"/>
              </a:spcAft>
              <a:buClr>
                <a:schemeClr val="folHlink"/>
              </a:buClr>
              <a:buSzTx/>
              <a:buNone/>
            </a:pPr>
            <a:endParaRPr lang="es-ES" altLang="en-US">
              <a:sym typeface="Monotype Sorts" pitchFamily="2" charset="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en-US">
                <a:latin typeface="Times New Roman"/>
                <a:cs typeface="Times New Roman"/>
              </a:rPr>
              <a:t>¿</a:t>
            </a:r>
            <a:r>
              <a:rPr lang="pt-BR" altLang="en-US"/>
              <a:t>Solución? (Básica...)</a:t>
            </a:r>
            <a:endParaRPr lang="es-ES" altLang="en-US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9625" y="2214563"/>
            <a:ext cx="7958138" cy="3806725"/>
          </a:xfrm>
        </p:spPr>
        <p:txBody>
          <a:bodyPr/>
          <a:lstStyle/>
          <a:p>
            <a:pPr marL="0" lvl="1" indent="0" algn="just" eaLnBrk="1" hangingPunct="1">
              <a:spcBef>
                <a:spcPts val="0"/>
              </a:spcBef>
              <a:spcAft>
                <a:spcPts val="600"/>
              </a:spcAft>
              <a:buClr>
                <a:srgbClr val="660066"/>
              </a:buClr>
              <a:buSzTx/>
              <a:buNone/>
            </a:pPr>
            <a:r>
              <a:rPr lang="es-MX" altLang="en-US" sz="2400"/>
              <a:t>1.) Repetir 6 veces:</a:t>
            </a:r>
          </a:p>
          <a:p>
            <a:pPr marL="0" lvl="1" indent="0" algn="just" eaLnBrk="1" hangingPunct="1">
              <a:spcBef>
                <a:spcPts val="0"/>
              </a:spcBef>
              <a:spcAft>
                <a:spcPts val="600"/>
              </a:spcAft>
              <a:buClr>
                <a:srgbClr val="660066"/>
              </a:buClr>
              <a:buSzTx/>
              <a:buNone/>
            </a:pPr>
            <a:r>
              <a:rPr lang="es-MX" altLang="en-US" sz="2400"/>
              <a:t>           1.1.) </a:t>
            </a:r>
            <a:r>
              <a:rPr lang="es-MX" altLang="en-US" sz="2000"/>
              <a:t>Desajustar la siguiente tuerca.</a:t>
            </a:r>
          </a:p>
          <a:p>
            <a:pPr marL="0" lvl="1" indent="0" algn="just" eaLnBrk="1" hangingPunct="1">
              <a:spcBef>
                <a:spcPts val="0"/>
              </a:spcBef>
              <a:spcAft>
                <a:spcPts val="600"/>
              </a:spcAft>
              <a:buClr>
                <a:srgbClr val="660066"/>
              </a:buClr>
              <a:buSzTx/>
              <a:buNone/>
            </a:pPr>
            <a:r>
              <a:rPr lang="es-MX" altLang="en-US" sz="2400"/>
              <a:t>2.) Levantar el auto con el aparejo o “gato”.</a:t>
            </a:r>
          </a:p>
          <a:p>
            <a:pPr marL="0" lvl="1" indent="0" algn="just" eaLnBrk="1" hangingPunct="1">
              <a:spcBef>
                <a:spcPts val="0"/>
              </a:spcBef>
              <a:spcAft>
                <a:spcPts val="600"/>
              </a:spcAft>
              <a:buClr>
                <a:srgbClr val="660066"/>
              </a:buClr>
              <a:buSzTx/>
              <a:buNone/>
            </a:pPr>
            <a:r>
              <a:rPr lang="es-MX" altLang="en-US" sz="2400"/>
              <a:t>3.) Quitar la rueda de la punta del eje.</a:t>
            </a:r>
          </a:p>
          <a:p>
            <a:pPr marL="0" lvl="1" indent="0" algn="just" eaLnBrk="1" hangingPunct="1">
              <a:spcBef>
                <a:spcPts val="0"/>
              </a:spcBef>
              <a:spcAft>
                <a:spcPts val="600"/>
              </a:spcAft>
              <a:buClr>
                <a:srgbClr val="660066"/>
              </a:buClr>
              <a:buSzTx/>
              <a:buNone/>
            </a:pPr>
            <a:r>
              <a:rPr lang="es-MX" altLang="en-US" sz="2400"/>
              <a:t>4.) Colocar la rueda de auxilio en la punta del eje.</a:t>
            </a:r>
          </a:p>
          <a:p>
            <a:pPr marL="0" lvl="1" indent="0" algn="just" eaLnBrk="1" hangingPunct="1">
              <a:spcBef>
                <a:spcPts val="0"/>
              </a:spcBef>
              <a:spcAft>
                <a:spcPts val="600"/>
              </a:spcAft>
              <a:buClr>
                <a:srgbClr val="660066"/>
              </a:buClr>
              <a:buSzTx/>
              <a:buNone/>
            </a:pPr>
            <a:r>
              <a:rPr lang="es-MX" altLang="en-US" sz="2400"/>
              <a:t>5.) Bajar el auto y desacoplar el aparejo o “gato”.</a:t>
            </a:r>
          </a:p>
          <a:p>
            <a:pPr marL="0" lvl="1" indent="0" algn="just" eaLnBrk="1" hangingPunct="1">
              <a:spcBef>
                <a:spcPts val="0"/>
              </a:spcBef>
              <a:spcAft>
                <a:spcPts val="600"/>
              </a:spcAft>
              <a:buClr>
                <a:srgbClr val="660066"/>
              </a:buClr>
              <a:buSzTx/>
              <a:buNone/>
            </a:pPr>
            <a:r>
              <a:rPr lang="es-MX" altLang="en-US" sz="2400"/>
              <a:t>6.) Repetir 6 veces:</a:t>
            </a:r>
          </a:p>
          <a:p>
            <a:pPr marL="0" lvl="1" indent="0" algn="just" eaLnBrk="1" hangingPunct="1">
              <a:spcBef>
                <a:spcPts val="0"/>
              </a:spcBef>
              <a:spcAft>
                <a:spcPts val="600"/>
              </a:spcAft>
              <a:buClr>
                <a:srgbClr val="660066"/>
              </a:buClr>
              <a:buSzTx/>
              <a:buNone/>
            </a:pPr>
            <a:r>
              <a:rPr lang="es-MX" altLang="en-US" sz="2400"/>
              <a:t>           6.1.) </a:t>
            </a:r>
            <a:r>
              <a:rPr lang="es-MX" altLang="en-US" sz="2000"/>
              <a:t>Ajustar la siguiente tuerca.</a:t>
            </a:r>
          </a:p>
          <a:p>
            <a:pPr marL="0" lvl="1" indent="0" algn="just" eaLnBrk="1" hangingPunct="1">
              <a:spcBef>
                <a:spcPts val="0"/>
              </a:spcBef>
              <a:spcAft>
                <a:spcPts val="600"/>
              </a:spcAft>
              <a:buClr>
                <a:srgbClr val="660066"/>
              </a:buClr>
              <a:buSzTx/>
              <a:buNone/>
            </a:pPr>
            <a:r>
              <a:rPr lang="pt-BR" altLang="en-US" sz="2800">
                <a:sym typeface="Symbol" pitchFamily="18" charset="2"/>
              </a:rPr>
              <a:t>					</a:t>
            </a:r>
            <a:endParaRPr lang="pt-BR" altLang="en-US" sz="2100">
              <a:solidFill>
                <a:srgbClr val="006600"/>
              </a:solidFill>
              <a:sym typeface="Symbol" pitchFamily="18" charset="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en-US"/>
              <a:t>Programas...	</a:t>
            </a:r>
            <a:endParaRPr lang="es-ES" altLang="en-US"/>
          </a:p>
        </p:txBody>
      </p:sp>
      <p:sp>
        <p:nvSpPr>
          <p:cNvPr id="26" name="Rectangle 3"/>
          <p:cNvSpPr txBox="1">
            <a:spLocks noChangeArrowheads="1"/>
          </p:cNvSpPr>
          <p:nvPr/>
        </p:nvSpPr>
        <p:spPr>
          <a:xfrm>
            <a:off x="809625" y="2057395"/>
            <a:ext cx="7958138" cy="4700589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buChar char="l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buChar char="w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spcBef>
                <a:spcPts val="300"/>
              </a:spcBef>
              <a:spcAft>
                <a:spcPts val="0"/>
              </a:spcAft>
              <a:buClr>
                <a:srgbClr val="660066"/>
              </a:buClr>
              <a:buFont typeface="Arial" panose="020B0604020202020204" pitchFamily="34" charset="0"/>
              <a:buChar char="•"/>
              <a:defRPr/>
            </a:pPr>
            <a:r>
              <a:rPr lang="pt-BR" altLang="en-US" sz="2400" kern="0">
                <a:sym typeface="Symbol" pitchFamily="18" charset="2"/>
              </a:rPr>
              <a:t>El algoritmo anterior puede ser entendido por una persona, pero no por una computadora.</a:t>
            </a:r>
          </a:p>
          <a:p>
            <a:pPr algn="just">
              <a:spcBef>
                <a:spcPts val="300"/>
              </a:spcBef>
              <a:spcAft>
                <a:spcPts val="0"/>
              </a:spcAft>
              <a:buClr>
                <a:srgbClr val="660066"/>
              </a:buClr>
              <a:buFont typeface="Arial" panose="020B0604020202020204" pitchFamily="34" charset="0"/>
              <a:buChar char="•"/>
              <a:defRPr/>
            </a:pPr>
            <a:r>
              <a:rPr lang="pt-BR" altLang="en-US" sz="2400" kern="0">
                <a:sym typeface="Symbol" pitchFamily="18" charset="2"/>
              </a:rPr>
              <a:t>Para que una computadora pueda interpretar y aplicar un algoritmo, el mismo debe plantearse en términos de </a:t>
            </a:r>
            <a:r>
              <a:rPr lang="pt-BR" altLang="en-US" sz="2400" i="1" kern="0">
                <a:sym typeface="Symbol" pitchFamily="18" charset="2"/>
              </a:rPr>
              <a:t>instrucciones primitivas </a:t>
            </a:r>
            <a:r>
              <a:rPr lang="pt-BR" altLang="en-US" sz="2400" kern="0">
                <a:sym typeface="Symbol" pitchFamily="18" charset="2"/>
              </a:rPr>
              <a:t>muy técnicas y específicas, sin ambig</a:t>
            </a:r>
            <a:r>
              <a:rPr lang="pt-BR" altLang="en-US" sz="2400" kern="0">
                <a:latin typeface="Times New Roman"/>
                <a:cs typeface="Times New Roman"/>
                <a:sym typeface="Symbol" pitchFamily="18" charset="2"/>
              </a:rPr>
              <a:t>ü</a:t>
            </a:r>
            <a:r>
              <a:rPr lang="pt-BR" altLang="en-US" sz="2400" kern="0">
                <a:sym typeface="Symbol" pitchFamily="18" charset="2"/>
              </a:rPr>
              <a:t>edad ni errores.</a:t>
            </a:r>
          </a:p>
          <a:p>
            <a:pPr algn="just">
              <a:spcBef>
                <a:spcPts val="300"/>
              </a:spcBef>
              <a:spcAft>
                <a:spcPts val="0"/>
              </a:spcAft>
              <a:buClr>
                <a:srgbClr val="660066"/>
              </a:buClr>
              <a:buFont typeface="Arial" panose="020B0604020202020204" pitchFamily="34" charset="0"/>
              <a:buChar char="•"/>
              <a:defRPr/>
            </a:pPr>
            <a:r>
              <a:rPr lang="pt-BR" altLang="en-US" sz="2400" kern="0">
                <a:sym typeface="Symbol" pitchFamily="18" charset="2"/>
              </a:rPr>
              <a:t>Se llama </a:t>
            </a:r>
            <a:r>
              <a:rPr lang="pt-BR" altLang="en-US" sz="2400" i="1" kern="0">
                <a:sym typeface="Symbol" pitchFamily="18" charset="2"/>
              </a:rPr>
              <a:t>Lenguaje de Programación </a:t>
            </a:r>
            <a:r>
              <a:rPr lang="pt-BR" altLang="en-US" sz="2400" kern="0">
                <a:sym typeface="Symbol" pitchFamily="18" charset="2"/>
              </a:rPr>
              <a:t>a una especificación de símbolos, palabras especiales y reglas para combinarlos, que permite escribir un algoritmo de forma que sea válido para una computadora. </a:t>
            </a:r>
          </a:p>
          <a:p>
            <a:pPr algn="just">
              <a:spcBef>
                <a:spcPts val="300"/>
              </a:spcBef>
              <a:spcAft>
                <a:spcPts val="0"/>
              </a:spcAft>
              <a:buClr>
                <a:srgbClr val="660066"/>
              </a:buClr>
              <a:buFont typeface="Arial" panose="020B0604020202020204" pitchFamily="34" charset="0"/>
              <a:buChar char="•"/>
              <a:defRPr/>
            </a:pPr>
            <a:r>
              <a:rPr lang="pt-BR" altLang="en-US" sz="2400" kern="0">
                <a:sym typeface="Symbol" pitchFamily="18" charset="2"/>
              </a:rPr>
              <a:t>Un algoritmo escrito mediante un Lenguaje de Programación, es un </a:t>
            </a:r>
            <a:r>
              <a:rPr lang="pt-BR" altLang="en-US" sz="2400" b="1" i="1" kern="0">
                <a:sym typeface="Symbol" pitchFamily="18" charset="2"/>
              </a:rPr>
              <a:t>Programa</a:t>
            </a:r>
            <a:r>
              <a:rPr lang="pt-BR" altLang="en-US" sz="2400" kern="0">
                <a:sym typeface="Symbol" pitchFamily="18" charset="2"/>
              </a:rPr>
              <a:t>.</a:t>
            </a:r>
          </a:p>
          <a:p>
            <a:pPr marL="0" indent="0">
              <a:lnSpc>
                <a:spcPct val="90000"/>
              </a:lnSpc>
              <a:spcBef>
                <a:spcPct val="40000"/>
              </a:spcBef>
              <a:spcAft>
                <a:spcPct val="40000"/>
              </a:spcAft>
              <a:buClr>
                <a:srgbClr val="660066"/>
              </a:buClr>
              <a:buFont typeface="Wingdings" pitchFamily="2" charset="2"/>
              <a:buNone/>
              <a:defRPr/>
            </a:pPr>
            <a:r>
              <a:rPr lang="pt-BR" altLang="en-US" sz="2800" kern="0">
                <a:sym typeface="Symbol" pitchFamily="18" charset="2"/>
              </a:rPr>
              <a:t>					</a:t>
            </a:r>
            <a:endParaRPr lang="pt-BR" altLang="en-US" sz="2100" kern="0">
              <a:solidFill>
                <a:srgbClr val="006600"/>
              </a:solidFill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en-US"/>
              <a:t>...y más Programas!</a:t>
            </a:r>
            <a:endParaRPr lang="es-ES" altLang="en-US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809625" y="2114547"/>
            <a:ext cx="7958138" cy="45384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buChar char="l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buChar char="w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algn="just" eaLnBrk="1" hangingPunct="1">
              <a:spcBef>
                <a:spcPts val="600"/>
              </a:spcBef>
              <a:spcAft>
                <a:spcPts val="0"/>
              </a:spcAft>
            </a:pPr>
            <a:r>
              <a:rPr lang="es-ES" altLang="en-US" sz="2200" kern="0"/>
              <a:t>Existen muchos </a:t>
            </a:r>
            <a:r>
              <a:rPr lang="es-ES" altLang="en-US" sz="2200" i="1" kern="0"/>
              <a:t>Lenguajes de Programación</a:t>
            </a:r>
            <a:r>
              <a:rPr lang="es-ES" altLang="en-US" sz="2200" kern="0"/>
              <a:t>, y cada uno se basa en distintas estrategias y principios de programación: </a:t>
            </a:r>
            <a:r>
              <a:rPr lang="es-ES" altLang="en-US" sz="2200" b="1" i="1" kern="0"/>
              <a:t>Python</a:t>
            </a:r>
            <a:r>
              <a:rPr lang="es-ES" altLang="en-US" sz="2200" kern="0"/>
              <a:t>, </a:t>
            </a:r>
            <a:r>
              <a:rPr lang="es-ES" altLang="en-US" sz="2200" b="1" i="1" kern="0"/>
              <a:t>Java</a:t>
            </a:r>
            <a:r>
              <a:rPr lang="es-ES" altLang="en-US" sz="2200" kern="0"/>
              <a:t>, </a:t>
            </a:r>
            <a:r>
              <a:rPr lang="es-ES" altLang="en-US" sz="2200" b="1" i="1" kern="0"/>
              <a:t>C</a:t>
            </a:r>
            <a:r>
              <a:rPr lang="es-ES" altLang="en-US" sz="2200" kern="0"/>
              <a:t>, </a:t>
            </a:r>
            <a:r>
              <a:rPr lang="es-ES" altLang="en-US" sz="2200" b="1" i="1" kern="0"/>
              <a:t>C++</a:t>
            </a:r>
            <a:r>
              <a:rPr lang="es-ES" altLang="en-US" sz="2200" kern="0"/>
              <a:t>, </a:t>
            </a:r>
            <a:r>
              <a:rPr lang="es-ES" altLang="en-US" sz="2200" b="1" i="1" kern="0"/>
              <a:t>C#</a:t>
            </a:r>
            <a:r>
              <a:rPr lang="es-ES" altLang="en-US" sz="2200" kern="0"/>
              <a:t>, </a:t>
            </a:r>
            <a:r>
              <a:rPr lang="es-ES" altLang="en-US" sz="2200" b="1" i="1" kern="0"/>
              <a:t>Ada</a:t>
            </a:r>
            <a:r>
              <a:rPr lang="es-ES" altLang="en-US" sz="2200" kern="0"/>
              <a:t>, </a:t>
            </a:r>
            <a:r>
              <a:rPr lang="es-ES" altLang="en-US" sz="2200" b="1" i="1" kern="0"/>
              <a:t>Pascal</a:t>
            </a:r>
            <a:r>
              <a:rPr lang="es-ES" altLang="en-US" sz="2200" kern="0"/>
              <a:t>… y muchos más.</a:t>
            </a:r>
          </a:p>
          <a:p>
            <a:pPr algn="just" eaLnBrk="1" hangingPunct="1">
              <a:spcBef>
                <a:spcPts val="600"/>
              </a:spcBef>
              <a:spcAft>
                <a:spcPts val="0"/>
              </a:spcAft>
            </a:pPr>
            <a:r>
              <a:rPr lang="es-ES" altLang="en-US" sz="2200" kern="0"/>
              <a:t>Con todos ellos, los </a:t>
            </a:r>
            <a:r>
              <a:rPr lang="es-ES" altLang="en-US" sz="2200" b="1" i="1" kern="0">
                <a:solidFill>
                  <a:srgbClr val="00B050"/>
                </a:solidFill>
              </a:rPr>
              <a:t>Datos</a:t>
            </a:r>
            <a:r>
              <a:rPr lang="es-ES" altLang="en-US" sz="2200" kern="0"/>
              <a:t> se almacenan dentro de la computadora en un dispositivo llamado </a:t>
            </a:r>
            <a:r>
              <a:rPr lang="es-ES" altLang="en-US" sz="2200" b="1" i="1" kern="0">
                <a:solidFill>
                  <a:srgbClr val="FF0000"/>
                </a:solidFill>
              </a:rPr>
              <a:t>memoria</a:t>
            </a:r>
            <a:r>
              <a:rPr lang="es-ES" altLang="en-US" sz="2200" kern="0"/>
              <a:t>. Las instrucciones o </a:t>
            </a:r>
            <a:r>
              <a:rPr lang="es-ES" altLang="en-US" sz="2200" b="1" i="1" kern="0">
                <a:solidFill>
                  <a:srgbClr val="00B050"/>
                </a:solidFill>
              </a:rPr>
              <a:t>Procesos</a:t>
            </a:r>
            <a:r>
              <a:rPr lang="es-ES" altLang="en-US" sz="2200" b="1" i="1" kern="0"/>
              <a:t> </a:t>
            </a:r>
            <a:r>
              <a:rPr lang="es-ES" altLang="en-US" sz="2200" kern="0"/>
              <a:t>del programa operan con esos datos y se obtienen </a:t>
            </a:r>
            <a:r>
              <a:rPr lang="es-ES" altLang="en-US" sz="2200" b="1" i="1" kern="0">
                <a:solidFill>
                  <a:srgbClr val="00B050"/>
                </a:solidFill>
              </a:rPr>
              <a:t>Resultados</a:t>
            </a:r>
            <a:r>
              <a:rPr lang="es-ES" altLang="en-US" sz="2200" b="1" i="1" kern="0"/>
              <a:t> </a:t>
            </a:r>
            <a:r>
              <a:rPr lang="es-ES" altLang="en-US" sz="2200" kern="0"/>
              <a:t>que son alojados en otros lugares de la misma memoria, para luego ser presentados al usuario que ejecutó el programa.</a:t>
            </a:r>
          </a:p>
          <a:p>
            <a:pPr marL="0" indent="0" algn="just" eaLnBrk="1" hangingPunct="1">
              <a:spcBef>
                <a:spcPts val="1000"/>
              </a:spcBef>
              <a:spcAft>
                <a:spcPts val="0"/>
              </a:spcAft>
              <a:buFont typeface="Wingdings" pitchFamily="2" charset="2"/>
              <a:buNone/>
            </a:pPr>
            <a:endParaRPr lang="es-ES" altLang="en-US" sz="2400" kern="0"/>
          </a:p>
          <a:p>
            <a:pPr marL="0" lvl="1" indent="0" algn="just" eaLnBrk="1" hangingPunct="1">
              <a:spcBef>
                <a:spcPts val="600"/>
              </a:spcBef>
              <a:spcAft>
                <a:spcPts val="600"/>
              </a:spcAft>
              <a:buClr>
                <a:schemeClr val="folHlink"/>
              </a:buClr>
              <a:buSzTx/>
              <a:buFont typeface="Wingdings" pitchFamily="2" charset="2"/>
              <a:buNone/>
            </a:pPr>
            <a:endParaRPr lang="es-ES" altLang="en-US" kern="0">
              <a:sym typeface="Monotype Sorts" pitchFamily="2" charset="2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8275" y="5000592"/>
            <a:ext cx="6417317" cy="1352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en-US"/>
              <a:t>Memoria y Variables</a:t>
            </a:r>
            <a:endParaRPr lang="es-ES" alt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9625" y="2060575"/>
            <a:ext cx="7958138" cy="4392613"/>
          </a:xfrm>
        </p:spPr>
        <p:txBody>
          <a:bodyPr/>
          <a:lstStyle/>
          <a:p>
            <a:pPr marL="0" indent="0" algn="just" eaLnBrk="1" hangingPunct="1">
              <a:spcBef>
                <a:spcPts val="1200"/>
              </a:spcBef>
              <a:buNone/>
            </a:pPr>
            <a:endParaRPr lang="en-US" altLang="en-US" sz="2000"/>
          </a:p>
          <a:p>
            <a:pPr marL="0" indent="0" algn="just" eaLnBrk="1" hangingPunct="1">
              <a:spcBef>
                <a:spcPts val="1200"/>
              </a:spcBef>
              <a:buNone/>
            </a:pPr>
            <a:endParaRPr lang="en-US" altLang="en-US" sz="200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809625" y="2157411"/>
            <a:ext cx="7958138" cy="45384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buChar char="l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buChar char="w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algn="just" eaLnBrk="1" hangingPunct="1">
              <a:spcBef>
                <a:spcPts val="600"/>
              </a:spcBef>
              <a:spcAft>
                <a:spcPts val="0"/>
              </a:spcAft>
            </a:pPr>
            <a:r>
              <a:rPr lang="es-ES" altLang="en-US" sz="2200" kern="0"/>
              <a:t>La </a:t>
            </a:r>
            <a:r>
              <a:rPr lang="es-ES" altLang="en-US" sz="2200" b="1" i="1" kern="0">
                <a:solidFill>
                  <a:srgbClr val="FF0000"/>
                </a:solidFill>
              </a:rPr>
              <a:t>memoria </a:t>
            </a:r>
            <a:r>
              <a:rPr lang="es-ES" altLang="en-US" sz="2200" kern="0"/>
              <a:t>puede entenderse como una tabla en la que cada casillero (o grupo de casilleros) puede almacenar algún tipo de valor o dato. En general, un casillero de la memoria se llama </a:t>
            </a:r>
            <a:r>
              <a:rPr lang="es-ES" altLang="en-US" sz="2200" b="1" i="1" kern="0">
                <a:solidFill>
                  <a:srgbClr val="00B050"/>
                </a:solidFill>
              </a:rPr>
              <a:t>celda de memoria</a:t>
            </a:r>
            <a:r>
              <a:rPr lang="es-ES" altLang="en-US" sz="2200" kern="0"/>
              <a:t> o también </a:t>
            </a:r>
            <a:r>
              <a:rPr lang="es-ES" altLang="en-US" sz="2200" b="1" i="1" kern="0">
                <a:solidFill>
                  <a:srgbClr val="00B050"/>
                </a:solidFill>
              </a:rPr>
              <a:t>byte</a:t>
            </a:r>
            <a:r>
              <a:rPr lang="es-ES" altLang="en-US" sz="2200" kern="0"/>
              <a:t>.</a:t>
            </a:r>
          </a:p>
          <a:p>
            <a:pPr algn="just" eaLnBrk="1" hangingPunct="1">
              <a:spcBef>
                <a:spcPts val="600"/>
              </a:spcBef>
              <a:spcAft>
                <a:spcPts val="0"/>
              </a:spcAft>
            </a:pPr>
            <a:endParaRPr lang="es-ES" altLang="en-US" sz="2200" kern="0"/>
          </a:p>
          <a:p>
            <a:pPr algn="just" eaLnBrk="1" hangingPunct="1">
              <a:spcBef>
                <a:spcPts val="600"/>
              </a:spcBef>
              <a:spcAft>
                <a:spcPts val="0"/>
              </a:spcAft>
            </a:pPr>
            <a:endParaRPr lang="es-ES" altLang="en-US" sz="2200" kern="0"/>
          </a:p>
          <a:p>
            <a:pPr marL="0" indent="0" algn="just" eaLnBrk="1" hangingPunct="1">
              <a:spcBef>
                <a:spcPts val="600"/>
              </a:spcBef>
              <a:spcAft>
                <a:spcPts val="0"/>
              </a:spcAft>
              <a:buNone/>
            </a:pPr>
            <a:endParaRPr lang="es-ES" altLang="en-US" sz="2200" kern="0"/>
          </a:p>
          <a:p>
            <a:pPr algn="just" eaLnBrk="1" hangingPunct="1">
              <a:spcBef>
                <a:spcPts val="3000"/>
              </a:spcBef>
              <a:spcAft>
                <a:spcPts val="0"/>
              </a:spcAft>
            </a:pPr>
            <a:r>
              <a:rPr lang="es-ES" altLang="en-US" sz="2200" kern="0"/>
              <a:t>Cada grupo de bytes se asocia a un </a:t>
            </a:r>
            <a:r>
              <a:rPr lang="es-ES" altLang="en-US" sz="2200" i="1" kern="0"/>
              <a:t>nombre</a:t>
            </a:r>
            <a:r>
              <a:rPr lang="es-ES" altLang="en-US" sz="2200" kern="0"/>
              <a:t> o </a:t>
            </a:r>
            <a:r>
              <a:rPr lang="es-ES" altLang="en-US" sz="2200" i="1" kern="0"/>
              <a:t>identificador</a:t>
            </a:r>
            <a:r>
              <a:rPr lang="es-ES" altLang="en-US" sz="2200" kern="0"/>
              <a:t>,  obteniendo así una </a:t>
            </a:r>
            <a:r>
              <a:rPr lang="es-ES" altLang="en-US" sz="2200" b="1" i="1" kern="0">
                <a:solidFill>
                  <a:srgbClr val="FF0000"/>
                </a:solidFill>
              </a:rPr>
              <a:t>variable</a:t>
            </a:r>
            <a:r>
              <a:rPr lang="es-ES" altLang="en-US" sz="2200" kern="0"/>
              <a:t>. Y cada variable puede almacenar valores de ciertos </a:t>
            </a:r>
            <a:r>
              <a:rPr lang="es-ES" altLang="en-US" sz="2200" i="1" kern="0"/>
              <a:t>tipos básicos </a:t>
            </a:r>
            <a:r>
              <a:rPr lang="es-ES" altLang="en-US" sz="2200" kern="0"/>
              <a:t>que cada lenguaje provee.</a:t>
            </a:r>
          </a:p>
          <a:p>
            <a:pPr algn="just" eaLnBrk="1" hangingPunct="1">
              <a:spcBef>
                <a:spcPts val="600"/>
              </a:spcBef>
              <a:spcAft>
                <a:spcPts val="0"/>
              </a:spcAft>
            </a:pPr>
            <a:endParaRPr lang="es-ES" altLang="en-US" sz="2200" kern="0"/>
          </a:p>
          <a:p>
            <a:pPr algn="just" eaLnBrk="1" hangingPunct="1">
              <a:spcBef>
                <a:spcPts val="600"/>
              </a:spcBef>
              <a:spcAft>
                <a:spcPts val="0"/>
              </a:spcAft>
            </a:pPr>
            <a:endParaRPr lang="es-ES" altLang="en-US" sz="2200" kern="0"/>
          </a:p>
          <a:p>
            <a:pPr marL="0" indent="0" algn="just" eaLnBrk="1" hangingPunct="1">
              <a:spcBef>
                <a:spcPts val="1000"/>
              </a:spcBef>
              <a:spcAft>
                <a:spcPts val="0"/>
              </a:spcAft>
              <a:buFont typeface="Wingdings" pitchFamily="2" charset="2"/>
              <a:buNone/>
            </a:pPr>
            <a:endParaRPr lang="es-ES" altLang="en-US" sz="2400" kern="0"/>
          </a:p>
          <a:p>
            <a:pPr marL="0" lvl="1" indent="0" algn="just" eaLnBrk="1" hangingPunct="1">
              <a:spcBef>
                <a:spcPts val="600"/>
              </a:spcBef>
              <a:spcAft>
                <a:spcPts val="600"/>
              </a:spcAft>
              <a:buClr>
                <a:schemeClr val="folHlink"/>
              </a:buClr>
              <a:buSzTx/>
              <a:buFont typeface="Wingdings" pitchFamily="2" charset="2"/>
              <a:buNone/>
            </a:pPr>
            <a:endParaRPr lang="es-ES" altLang="en-US" kern="0">
              <a:sym typeface="Monotype Sorts" pitchFamily="2" charset="2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4989" y="3645196"/>
            <a:ext cx="6839147" cy="13971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en-US"/>
              <a:t>Tipos de Datos en Python</a:t>
            </a:r>
            <a:endParaRPr lang="es-ES" altLang="en-US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9625" y="2214563"/>
            <a:ext cx="7958138" cy="4094757"/>
          </a:xfrm>
        </p:spPr>
        <p:txBody>
          <a:bodyPr/>
          <a:lstStyle/>
          <a:p>
            <a:pPr algn="just" eaLnBrk="1" hangingPunct="1">
              <a:lnSpc>
                <a:spcPct val="95000"/>
              </a:lnSpc>
              <a:spcBef>
                <a:spcPct val="15000"/>
              </a:spcBef>
              <a:buFontTx/>
              <a:buChar char="•"/>
            </a:pPr>
            <a:endParaRPr lang="en-US" sz="2400"/>
          </a:p>
          <a:p>
            <a:pPr eaLnBrk="1" hangingPunct="1">
              <a:lnSpc>
                <a:spcPct val="95000"/>
              </a:lnSpc>
              <a:spcBef>
                <a:spcPct val="15000"/>
              </a:spcBef>
              <a:buFontTx/>
              <a:buChar char="•"/>
            </a:pPr>
            <a:endParaRPr lang="es-ES" altLang="en-US" i="1">
              <a:solidFill>
                <a:srgbClr val="006600"/>
              </a:solidFill>
              <a:sym typeface="Symbol" pitchFamily="18" charset="2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809625" y="2157411"/>
            <a:ext cx="7958138" cy="43679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buChar char="l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buChar char="w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algn="just" eaLnBrk="1" hangingPunct="1">
              <a:spcBef>
                <a:spcPts val="600"/>
              </a:spcBef>
              <a:spcAft>
                <a:spcPts val="0"/>
              </a:spcAft>
            </a:pPr>
            <a:r>
              <a:rPr lang="es-ES" altLang="en-US" sz="2200" kern="0"/>
              <a:t>En Python, los </a:t>
            </a:r>
            <a:r>
              <a:rPr lang="es-ES" altLang="en-US" sz="2200" i="1" kern="0"/>
              <a:t>tipos de datos</a:t>
            </a:r>
            <a:r>
              <a:rPr lang="es-ES" altLang="en-US" sz="2200" kern="0"/>
              <a:t> más usuales son los siguientes:</a:t>
            </a:r>
          </a:p>
          <a:p>
            <a:pPr algn="just" eaLnBrk="1" hangingPunct="1">
              <a:spcBef>
                <a:spcPts val="600"/>
              </a:spcBef>
              <a:spcAft>
                <a:spcPts val="0"/>
              </a:spcAft>
            </a:pPr>
            <a:endParaRPr lang="es-ES" altLang="en-US" sz="2200" kern="0"/>
          </a:p>
          <a:p>
            <a:pPr algn="just" eaLnBrk="1" hangingPunct="1">
              <a:spcBef>
                <a:spcPts val="600"/>
              </a:spcBef>
              <a:spcAft>
                <a:spcPts val="0"/>
              </a:spcAft>
            </a:pPr>
            <a:endParaRPr lang="es-ES" altLang="en-US" sz="2200" kern="0"/>
          </a:p>
          <a:p>
            <a:pPr marL="0" indent="0" algn="just" eaLnBrk="1" hangingPunct="1">
              <a:spcBef>
                <a:spcPts val="600"/>
              </a:spcBef>
              <a:spcAft>
                <a:spcPts val="0"/>
              </a:spcAft>
              <a:buNone/>
            </a:pPr>
            <a:endParaRPr lang="es-ES" altLang="en-US" sz="2200" kern="0"/>
          </a:p>
          <a:p>
            <a:pPr marL="0" indent="0" algn="just" eaLnBrk="1" hangingPunct="1">
              <a:spcBef>
                <a:spcPts val="600"/>
              </a:spcBef>
              <a:spcAft>
                <a:spcPts val="0"/>
              </a:spcAft>
              <a:buNone/>
            </a:pPr>
            <a:endParaRPr lang="es-ES" altLang="en-US" sz="2200" kern="0"/>
          </a:p>
          <a:p>
            <a:pPr algn="just" eaLnBrk="1" hangingPunct="1">
              <a:spcBef>
                <a:spcPts val="600"/>
              </a:spcBef>
              <a:spcAft>
                <a:spcPts val="0"/>
              </a:spcAft>
            </a:pPr>
            <a:r>
              <a:rPr lang="es-ES" altLang="en-US" sz="2200" kern="0"/>
              <a:t>Y las siguientes son </a:t>
            </a:r>
            <a:r>
              <a:rPr lang="es-ES" altLang="en-US" sz="2200" i="1" kern="0"/>
              <a:t>instrucciones básicas </a:t>
            </a:r>
            <a:r>
              <a:rPr lang="es-ES" altLang="en-US" sz="2200" kern="0"/>
              <a:t>(o “</a:t>
            </a:r>
            <a:r>
              <a:rPr lang="es-ES" altLang="en-US" sz="2200" b="1" i="1" kern="0"/>
              <a:t>instrucciones primitivas</a:t>
            </a:r>
            <a:r>
              <a:rPr lang="es-ES" altLang="en-US" sz="2200" kern="0"/>
              <a:t>”) de Python para manejo de variables:</a:t>
            </a:r>
          </a:p>
          <a:p>
            <a:pPr marL="800100" lvl="1" indent="-342900" algn="just" eaLnBrk="1" hangingPunct="1">
              <a:spcBef>
                <a:spcPts val="600"/>
              </a:spcBef>
              <a:spcAft>
                <a:spcPts val="0"/>
              </a:spcAft>
              <a:buSzPct val="100000"/>
              <a:buFont typeface="+mj-lt"/>
              <a:buAutoNum type="alphaLcPeriod"/>
            </a:pPr>
            <a:r>
              <a:rPr lang="es-ES" altLang="en-US" sz="2000" kern="0"/>
              <a:t>Asignación de un valor:    </a:t>
            </a:r>
            <a:r>
              <a:rPr lang="es-ES" altLang="en-US" sz="2000" b="1" kern="0"/>
              <a:t>variable = 10</a:t>
            </a:r>
          </a:p>
          <a:p>
            <a:pPr marL="800100" lvl="1" indent="-342900" algn="just" eaLnBrk="1" hangingPunct="1">
              <a:spcBef>
                <a:spcPts val="0"/>
              </a:spcBef>
              <a:spcAft>
                <a:spcPts val="0"/>
              </a:spcAft>
              <a:buSzPct val="100000"/>
              <a:buFont typeface="+mj-lt"/>
              <a:buAutoNum type="alphaLcPeriod"/>
            </a:pPr>
            <a:r>
              <a:rPr lang="es-ES" altLang="en-US" sz="2000" kern="0"/>
              <a:t>Visualización de su valor en pantalla:  </a:t>
            </a:r>
            <a:r>
              <a:rPr lang="es-ES" altLang="en-US" sz="2000" b="1" kern="0"/>
              <a:t>print(variable)</a:t>
            </a:r>
          </a:p>
          <a:p>
            <a:pPr marL="800100" lvl="1" indent="-342900" algn="just" eaLnBrk="1" hangingPunct="1">
              <a:spcBef>
                <a:spcPts val="0"/>
              </a:spcBef>
              <a:spcAft>
                <a:spcPts val="0"/>
              </a:spcAft>
              <a:buSzPct val="100000"/>
              <a:buFont typeface="+mj-lt"/>
              <a:buAutoNum type="alphaLcPeriod"/>
            </a:pPr>
            <a:r>
              <a:rPr lang="es-ES" altLang="en-US" sz="2000" kern="0"/>
              <a:t>Carga desde el teclado de una cadena:  </a:t>
            </a:r>
            <a:r>
              <a:rPr lang="es-ES" altLang="en-US" sz="2000" b="1" kern="0"/>
              <a:t>variable = input(‘mensaje’)</a:t>
            </a:r>
          </a:p>
          <a:p>
            <a:pPr marL="800100" lvl="1" indent="-342900" algn="just" eaLnBrk="1" hangingPunct="1">
              <a:spcBef>
                <a:spcPts val="0"/>
              </a:spcBef>
              <a:spcAft>
                <a:spcPts val="0"/>
              </a:spcAft>
              <a:buSzPct val="100000"/>
              <a:buFont typeface="+mj-lt"/>
              <a:buAutoNum type="alphaLcPeriod"/>
            </a:pPr>
            <a:r>
              <a:rPr lang="es-ES" altLang="en-US" sz="2000" kern="0"/>
              <a:t>Carga de un entero:  </a:t>
            </a:r>
            <a:r>
              <a:rPr lang="es-ES" altLang="en-US" sz="2000" b="1" kern="0"/>
              <a:t>variable = int( input(‘mensaje’) )</a:t>
            </a:r>
          </a:p>
          <a:p>
            <a:pPr marL="800100" lvl="1" indent="-342900" algn="just" eaLnBrk="1" hangingPunct="1">
              <a:spcBef>
                <a:spcPts val="0"/>
              </a:spcBef>
              <a:spcAft>
                <a:spcPts val="0"/>
              </a:spcAft>
              <a:buSzPct val="100000"/>
              <a:buFont typeface="+mj-lt"/>
              <a:buAutoNum type="alphaLcPeriod"/>
            </a:pPr>
            <a:r>
              <a:rPr lang="es-ES" altLang="en-US" sz="2000" kern="0"/>
              <a:t>Carga de un flotante:  </a:t>
            </a:r>
            <a:r>
              <a:rPr lang="es-ES" altLang="en-US" sz="2000" b="1" kern="0"/>
              <a:t>variable = float( input(‘mensaje’) )</a:t>
            </a:r>
          </a:p>
          <a:p>
            <a:pPr algn="just" eaLnBrk="1" hangingPunct="1">
              <a:spcBef>
                <a:spcPts val="600"/>
              </a:spcBef>
              <a:spcAft>
                <a:spcPts val="0"/>
              </a:spcAft>
            </a:pPr>
            <a:endParaRPr lang="es-ES" altLang="en-US" sz="1800" kern="0"/>
          </a:p>
          <a:p>
            <a:pPr algn="just" eaLnBrk="1" hangingPunct="1">
              <a:spcBef>
                <a:spcPts val="600"/>
              </a:spcBef>
              <a:spcAft>
                <a:spcPts val="0"/>
              </a:spcAft>
            </a:pPr>
            <a:endParaRPr lang="es-ES" altLang="en-US" sz="2200" kern="0"/>
          </a:p>
          <a:p>
            <a:pPr algn="just" eaLnBrk="1" hangingPunct="1">
              <a:spcBef>
                <a:spcPts val="600"/>
              </a:spcBef>
              <a:spcAft>
                <a:spcPts val="0"/>
              </a:spcAft>
            </a:pPr>
            <a:endParaRPr lang="es-ES" altLang="en-US" sz="2200" kern="0"/>
          </a:p>
          <a:p>
            <a:pPr algn="just" eaLnBrk="1" hangingPunct="1">
              <a:spcBef>
                <a:spcPts val="600"/>
              </a:spcBef>
              <a:spcAft>
                <a:spcPts val="0"/>
              </a:spcAft>
            </a:pPr>
            <a:endParaRPr lang="es-ES" altLang="en-US" sz="2200" kern="0"/>
          </a:p>
          <a:p>
            <a:pPr marL="0" indent="0" algn="just" eaLnBrk="1" hangingPunct="1">
              <a:spcBef>
                <a:spcPts val="1000"/>
              </a:spcBef>
              <a:spcAft>
                <a:spcPts val="0"/>
              </a:spcAft>
              <a:buFont typeface="Wingdings" pitchFamily="2" charset="2"/>
              <a:buNone/>
            </a:pPr>
            <a:endParaRPr lang="es-ES" altLang="en-US" sz="2400" kern="0"/>
          </a:p>
          <a:p>
            <a:pPr marL="0" lvl="1" indent="0" algn="just" eaLnBrk="1" hangingPunct="1">
              <a:spcBef>
                <a:spcPts val="600"/>
              </a:spcBef>
              <a:spcAft>
                <a:spcPts val="600"/>
              </a:spcAft>
              <a:buClr>
                <a:schemeClr val="folHlink"/>
              </a:buClr>
              <a:buSzTx/>
              <a:buFont typeface="Wingdings" pitchFamily="2" charset="2"/>
              <a:buNone/>
            </a:pPr>
            <a:endParaRPr lang="es-ES" altLang="en-US" kern="0">
              <a:sym typeface="Monotype Sorts" pitchFamily="2" charset="2"/>
            </a:endParaRPr>
          </a:p>
        </p:txBody>
      </p:sp>
      <p:sp>
        <p:nvSpPr>
          <p:cNvPr id="2" name="1 Elipse"/>
          <p:cNvSpPr/>
          <p:nvPr/>
        </p:nvSpPr>
        <p:spPr bwMode="auto">
          <a:xfrm>
            <a:off x="5148064" y="5517232"/>
            <a:ext cx="108012" cy="72008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Char char="w"/>
              <a:tabLst/>
            </a:pPr>
            <a:endParaRPr kumimoji="0" 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  <p:grpSp>
        <p:nvGrpSpPr>
          <p:cNvPr id="6" name="5 Grupo"/>
          <p:cNvGrpSpPr/>
          <p:nvPr/>
        </p:nvGrpSpPr>
        <p:grpSpPr>
          <a:xfrm>
            <a:off x="1259632" y="2608336"/>
            <a:ext cx="7122598" cy="1526271"/>
            <a:chOff x="1259632" y="2608336"/>
            <a:chExt cx="7122598" cy="1526271"/>
          </a:xfrm>
        </p:grpSpPr>
        <p:grpSp>
          <p:nvGrpSpPr>
            <p:cNvPr id="5" name="4 Grupo"/>
            <p:cNvGrpSpPr/>
            <p:nvPr/>
          </p:nvGrpSpPr>
          <p:grpSpPr>
            <a:xfrm>
              <a:off x="1259632" y="2608336"/>
              <a:ext cx="7122598" cy="1526271"/>
              <a:chOff x="1259632" y="2608336"/>
              <a:chExt cx="7122598" cy="1526271"/>
            </a:xfrm>
          </p:grpSpPr>
          <p:pic>
            <p:nvPicPr>
              <p:cNvPr id="3074" name="Picture 2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59632" y="2608336"/>
                <a:ext cx="7122598" cy="1526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" name="2 Elipse"/>
              <p:cNvSpPr/>
              <p:nvPr/>
            </p:nvSpPr>
            <p:spPr bwMode="auto">
              <a:xfrm>
                <a:off x="5364088" y="3385759"/>
                <a:ext cx="144016" cy="126014"/>
              </a:xfrm>
              <a:prstGeom prst="ellipse">
                <a:avLst/>
              </a:prstGeom>
              <a:solidFill>
                <a:schemeClr val="bg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342900" marR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Tx/>
                  <a:buFont typeface="Wingdings" pitchFamily="2" charset="2"/>
                  <a:buChar char="w"/>
                  <a:tabLst/>
                </a:pPr>
                <a:endParaRPr kumimoji="0" lang="en-US" sz="32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</a:endParaRPr>
              </a:p>
            </p:txBody>
          </p:sp>
        </p:grpSp>
        <p:sp>
          <p:nvSpPr>
            <p:cNvPr id="9" name="8 Elipse"/>
            <p:cNvSpPr/>
            <p:nvPr/>
          </p:nvSpPr>
          <p:spPr bwMode="auto">
            <a:xfrm>
              <a:off x="7567760" y="3385568"/>
              <a:ext cx="144016" cy="132584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marR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Tx/>
                <a:buFont typeface="Wingdings" pitchFamily="2" charset="2"/>
                <a:buChar char="w"/>
                <a:tabLst/>
              </a:pPr>
              <a:endParaRPr kumimoji="0" 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en-US"/>
              <a:t>Asignación – Creación de Variables</a:t>
            </a:r>
            <a:endParaRPr lang="es-ES" alt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576" y="2107883"/>
            <a:ext cx="8136903" cy="4382789"/>
          </a:xfrm>
        </p:spPr>
        <p:txBody>
          <a:bodyPr/>
          <a:lstStyle/>
          <a:p>
            <a:pPr algn="just">
              <a:spcAft>
                <a:spcPts val="600"/>
              </a:spcAft>
            </a:pPr>
            <a:r>
              <a:rPr lang="es-MX" sz="2600"/>
              <a:t>En Python, una variable es creada cuando se le asigna un valor, y esa variable asume el </a:t>
            </a:r>
            <a:r>
              <a:rPr lang="es-MX" sz="2600" b="1" i="1"/>
              <a:t>tipo </a:t>
            </a:r>
            <a:r>
              <a:rPr lang="es-MX" sz="2600"/>
              <a:t>del valor que se le asigna inicialmente. Para asignar un valor a una variable, se usa el </a:t>
            </a:r>
            <a:r>
              <a:rPr lang="es-MX" sz="2600" i="1"/>
              <a:t>operador de asignación</a:t>
            </a:r>
            <a:r>
              <a:rPr lang="es-MX" sz="2600"/>
              <a:t> (=).</a:t>
            </a:r>
          </a:p>
          <a:p>
            <a:pPr algn="just">
              <a:spcAft>
                <a:spcPts val="600"/>
              </a:spcAft>
            </a:pPr>
            <a:endParaRPr lang="es-MX" sz="2600"/>
          </a:p>
          <a:p>
            <a:pPr algn="just">
              <a:spcAft>
                <a:spcPts val="600"/>
              </a:spcAft>
            </a:pPr>
            <a:endParaRPr lang="es-MX" sz="2600"/>
          </a:p>
          <a:p>
            <a:pPr algn="just">
              <a:spcBef>
                <a:spcPts val="2400"/>
              </a:spcBef>
              <a:spcAft>
                <a:spcPts val="600"/>
              </a:spcAft>
            </a:pPr>
            <a:r>
              <a:rPr lang="es-MX" sz="2600"/>
              <a:t>Note que un valor de tipo </a:t>
            </a:r>
            <a:r>
              <a:rPr lang="es-MX" sz="2600" i="1"/>
              <a:t>cadena de caracteres </a:t>
            </a:r>
            <a:r>
              <a:rPr lang="es-MX" sz="2600"/>
              <a:t>(str) se encierra entre comillas simples ('Ana'), pero también es válido en Python usar comillas dobles ("Ana").</a:t>
            </a:r>
          </a:p>
          <a:p>
            <a:pPr algn="just">
              <a:spcAft>
                <a:spcPts val="600"/>
              </a:spcAft>
            </a:pPr>
            <a:endParaRPr lang="es-MX" sz="2800"/>
          </a:p>
          <a:p>
            <a:pPr algn="just">
              <a:spcAft>
                <a:spcPts val="600"/>
              </a:spcAft>
            </a:pPr>
            <a:endParaRPr lang="es-ES" altLang="en-US" sz="2800" b="1" i="1">
              <a:solidFill>
                <a:srgbClr val="FF0000"/>
              </a:solidFill>
              <a:sym typeface="Symbol" pitchFamily="18" charset="2"/>
            </a:endParaRPr>
          </a:p>
        </p:txBody>
      </p:sp>
      <p:sp>
        <p:nvSpPr>
          <p:cNvPr id="4" name="3 CuadroTexto"/>
          <p:cNvSpPr txBox="1"/>
          <p:nvPr/>
        </p:nvSpPr>
        <p:spPr>
          <a:xfrm>
            <a:off x="1187624" y="3818184"/>
            <a:ext cx="7560840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indent="0" algn="just" eaLnBrk="1" hangingPunct="1">
              <a:spcBef>
                <a:spcPts val="0"/>
              </a:spcBef>
              <a:buNone/>
            </a:pPr>
            <a:r>
              <a:rPr lang="pt-BR" altLang="en-US" sz="2000">
                <a:solidFill>
                  <a:schemeClr val="accent6">
                    <a:lumMod val="50000"/>
                    <a:lumOff val="50000"/>
                  </a:schemeClr>
                </a:solidFill>
              </a:rPr>
              <a:t>edad = 20     </a:t>
            </a:r>
            <a:r>
              <a:rPr lang="pt-BR" altLang="en-US" sz="2000"/>
              <a:t># crea una variable</a:t>
            </a:r>
            <a:r>
              <a:rPr lang="pt-BR" altLang="en-US" sz="2000" b="1"/>
              <a:t> int </a:t>
            </a:r>
            <a:r>
              <a:rPr lang="pt-BR" altLang="en-US" sz="2000"/>
              <a:t>con valor inicial 20</a:t>
            </a:r>
          </a:p>
          <a:p>
            <a:pPr marL="0" indent="0" algn="just" eaLnBrk="1" hangingPunct="1">
              <a:spcBef>
                <a:spcPts val="0"/>
              </a:spcBef>
              <a:buNone/>
            </a:pPr>
            <a:r>
              <a:rPr lang="pt-BR" altLang="en-US" sz="2000">
                <a:solidFill>
                  <a:schemeClr val="accent6">
                    <a:lumMod val="50000"/>
                    <a:lumOff val="50000"/>
                  </a:schemeClr>
                </a:solidFill>
              </a:rPr>
              <a:t>nombre = 'Ana'  </a:t>
            </a:r>
            <a:r>
              <a:rPr lang="pt-BR" altLang="en-US" sz="2000"/>
              <a:t># crea una variable de tipo cadena (</a:t>
            </a:r>
            <a:r>
              <a:rPr lang="pt-BR" altLang="en-US" sz="2000" b="1"/>
              <a:t>str</a:t>
            </a:r>
            <a:r>
              <a:rPr lang="pt-BR" altLang="en-US" sz="2000"/>
              <a:t>) con valor 'Ana'</a:t>
            </a:r>
            <a:endParaRPr lang="pt-BR" altLang="en-US" sz="2000">
              <a:solidFill>
                <a:srgbClr val="000000"/>
              </a:solidFill>
            </a:endParaRPr>
          </a:p>
          <a:p>
            <a:pPr marL="0" indent="0" algn="just" eaLnBrk="1" hangingPunct="1">
              <a:spcBef>
                <a:spcPts val="0"/>
              </a:spcBef>
              <a:buNone/>
            </a:pPr>
            <a:r>
              <a:rPr lang="pt-BR" altLang="en-US" sz="2000">
                <a:solidFill>
                  <a:schemeClr val="accent6">
                    <a:lumMod val="50000"/>
                    <a:lumOff val="50000"/>
                  </a:schemeClr>
                </a:solidFill>
              </a:rPr>
              <a:t>estudia = True   </a:t>
            </a:r>
            <a:r>
              <a:rPr lang="pt-BR" altLang="en-US" sz="2000"/>
              <a:t># crea una variable de tipo </a:t>
            </a:r>
            <a:r>
              <a:rPr lang="pt-BR" altLang="en-US" sz="2000" b="1"/>
              <a:t>boolean</a:t>
            </a:r>
            <a:r>
              <a:rPr lang="pt-BR" altLang="en-US" sz="2000"/>
              <a:t>, con valor True</a:t>
            </a:r>
          </a:p>
          <a:p>
            <a:pPr marL="0" indent="0" algn="just" eaLnBrk="1" hangingPunct="1">
              <a:spcBef>
                <a:spcPts val="0"/>
              </a:spcBef>
              <a:buNone/>
            </a:pPr>
            <a:r>
              <a:rPr lang="pt-BR" altLang="en-US" sz="2000">
                <a:solidFill>
                  <a:schemeClr val="accent6">
                    <a:lumMod val="50000"/>
                    <a:lumOff val="50000"/>
                  </a:schemeClr>
                </a:solidFill>
              </a:rPr>
              <a:t>promedio = 8.79  </a:t>
            </a:r>
            <a:r>
              <a:rPr lang="pt-BR" altLang="en-US" sz="2000"/>
              <a:t># crea una variable </a:t>
            </a:r>
            <a:r>
              <a:rPr lang="pt-BR" altLang="en-US" sz="2000" b="1"/>
              <a:t>float</a:t>
            </a:r>
            <a:r>
              <a:rPr lang="pt-BR" altLang="en-US" sz="2000"/>
              <a:t>, con valor 8.79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uiExpand="1" build="p"/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en-US"/>
              <a:t>El Shell de Python</a:t>
            </a:r>
            <a:endParaRPr lang="es-ES" alt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576" y="2107883"/>
            <a:ext cx="8136903" cy="4382789"/>
          </a:xfrm>
        </p:spPr>
        <p:txBody>
          <a:bodyPr/>
          <a:lstStyle/>
          <a:p>
            <a:pPr algn="just">
              <a:spcAft>
                <a:spcPts val="600"/>
              </a:spcAft>
            </a:pPr>
            <a:r>
              <a:rPr lang="es-MX" sz="2200"/>
              <a:t>Al instalar Python en una computadora, se dispone de un programa conocido como el </a:t>
            </a:r>
            <a:r>
              <a:rPr lang="es-MX" sz="2200" i="1"/>
              <a:t>Shell de Python</a:t>
            </a:r>
            <a:r>
              <a:rPr lang="es-MX" sz="2200"/>
              <a:t> (de hecho, Python ES este programa...), que permite ejecutar instrucciones de Python una a una, y probar su funcionamiento.</a:t>
            </a:r>
          </a:p>
          <a:p>
            <a:pPr algn="just">
              <a:spcAft>
                <a:spcPts val="600"/>
              </a:spcAft>
            </a:pPr>
            <a:r>
              <a:rPr lang="es-MX" sz="2200"/>
              <a:t>Se puede correr el shell en consola negra de comandos, o se puede correr en una ventana blanca de alto nivel con un poco más de funcionalidades disponibles. Esta última se conoce como el IDLE de Python, y es la que usaremos.</a:t>
            </a:r>
          </a:p>
          <a:p>
            <a:pPr algn="just">
              <a:spcAft>
                <a:spcPts val="600"/>
              </a:spcAft>
            </a:pPr>
            <a:r>
              <a:rPr lang="es-MX" sz="2200"/>
              <a:t>En Windows, suele estar en la carpeta llamada </a:t>
            </a:r>
            <a:r>
              <a:rPr lang="es-MX" sz="2200" i="1"/>
              <a:t>C:\Program Files\Python38\Lib\idlelib</a:t>
            </a:r>
            <a:r>
              <a:rPr lang="es-MX" sz="2200"/>
              <a:t> y es el programa </a:t>
            </a:r>
            <a:r>
              <a:rPr lang="es-MX" sz="2200" b="1" i="1"/>
              <a:t>idle.pyw. </a:t>
            </a:r>
            <a:r>
              <a:rPr lang="es-MX" sz="2200"/>
              <a:t>(también accesible desde el grupo de programas </a:t>
            </a:r>
            <a:r>
              <a:rPr lang="es-MX" sz="2200" i="1"/>
              <a:t>Python</a:t>
            </a:r>
            <a:r>
              <a:rPr lang="es-MX" sz="2200"/>
              <a:t> en el </a:t>
            </a:r>
            <a:r>
              <a:rPr lang="es-MX" sz="2200" i="1"/>
              <a:t>Menú Inicio </a:t>
            </a:r>
            <a:r>
              <a:rPr lang="es-MX" sz="2200"/>
              <a:t>de Windows). </a:t>
            </a:r>
          </a:p>
          <a:p>
            <a:pPr algn="just">
              <a:spcAft>
                <a:spcPts val="600"/>
              </a:spcAft>
            </a:pPr>
            <a:endParaRPr lang="es-ES" altLang="en-US" sz="2800" b="1" i="1">
              <a:solidFill>
                <a:srgbClr val="FF0000"/>
              </a:solidFill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375268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n-US"/>
              <a:t>Ejemplos de Instrucciones</a:t>
            </a:r>
            <a:br>
              <a:rPr lang="es-ES" altLang="en-US"/>
            </a:br>
            <a:r>
              <a:rPr lang="es-ES" altLang="en-US"/>
              <a:t>(Ejecutar en el IDLE Python)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755576" y="2251899"/>
            <a:ext cx="8136903" cy="38413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buChar char="l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buChar char="w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r>
              <a:rPr lang="es-MX" sz="2400" kern="0"/>
              <a:t>&gt;&gt;&gt; x = 10</a:t>
            </a:r>
          </a:p>
          <a:p>
            <a:pPr marL="0" indent="0" algn="just">
              <a:spcAft>
                <a:spcPts val="600"/>
              </a:spcAft>
              <a:buNone/>
            </a:pPr>
            <a:r>
              <a:rPr lang="es-MX" sz="2400" kern="0"/>
              <a:t>&gt;&gt;&gt; print(x)</a:t>
            </a:r>
          </a:p>
          <a:p>
            <a:pPr marL="0" indent="0" algn="just">
              <a:spcAft>
                <a:spcPts val="600"/>
              </a:spcAft>
              <a:buNone/>
            </a:pPr>
            <a:r>
              <a:rPr lang="es-MX" sz="2400" kern="0"/>
              <a:t>&gt;&gt;&gt; print(‘Valor de x:’, x)</a:t>
            </a:r>
          </a:p>
          <a:p>
            <a:pPr marL="0" indent="0" algn="just">
              <a:spcAft>
                <a:spcPts val="600"/>
              </a:spcAft>
              <a:buNone/>
            </a:pPr>
            <a:r>
              <a:rPr lang="es-MX" sz="2400" kern="0"/>
              <a:t>&gt;&gt;&gt; edad = 22</a:t>
            </a:r>
          </a:p>
          <a:p>
            <a:pPr marL="0" indent="0" algn="just">
              <a:spcAft>
                <a:spcPts val="600"/>
              </a:spcAft>
              <a:buNone/>
            </a:pPr>
            <a:r>
              <a:rPr lang="es-MX" sz="2400" kern="0"/>
              <a:t>&gt;&gt;&gt; nom = 'Ana'  # o bien: nom = "Ana"</a:t>
            </a:r>
          </a:p>
          <a:p>
            <a:pPr marL="0" indent="0" algn="just">
              <a:spcAft>
                <a:spcPts val="600"/>
              </a:spcAft>
              <a:buNone/>
            </a:pPr>
            <a:r>
              <a:rPr lang="es-MX" sz="2400" kern="0"/>
              <a:t>&gt;&gt;&gt; prom =  8.79</a:t>
            </a:r>
          </a:p>
          <a:p>
            <a:pPr marL="0" indent="0" algn="just">
              <a:spcAft>
                <a:spcPts val="600"/>
              </a:spcAft>
              <a:buNone/>
            </a:pPr>
            <a:r>
              <a:rPr lang="es-MX" sz="2400" kern="0"/>
              <a:t>&gt;&gt;&gt; print(‘Nombre:’, nom, ‘Edad:’, edad, ‘Promedio:’, prom)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n-US"/>
              <a:t>Identificadores de Variables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3568" y="2089992"/>
            <a:ext cx="7958138" cy="4396509"/>
          </a:xfrm>
        </p:spPr>
        <p:txBody>
          <a:bodyPr/>
          <a:lstStyle/>
          <a:p>
            <a:pPr algn="just"/>
            <a:r>
              <a:rPr lang="es-MX" sz="2200"/>
              <a:t>El nombre de una variable es provisto por el programador, pero no cualquier nombre es válido. Se aplican las siguientes reglas (que son de Python 2, aunque Python 3 es más amplio):</a:t>
            </a:r>
          </a:p>
          <a:p>
            <a:pPr lvl="0" algn="just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s-ES" sz="2000"/>
              <a:t>Sólo puede contener letras del alfabeto inglés (mayúsculas y/o minúsculas), o dígitos (0 al 9), o el guion bajo </a:t>
            </a:r>
            <a:r>
              <a:rPr lang="es-ES" sz="2000" b="1"/>
              <a:t>( _ )</a:t>
            </a:r>
            <a:r>
              <a:rPr lang="es-ES" sz="2000"/>
              <a:t>.</a:t>
            </a:r>
            <a:endParaRPr lang="en-US" sz="2000"/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s-ES" sz="2000"/>
              <a:t>El nombre de una variable </a:t>
            </a:r>
            <a:r>
              <a:rPr lang="es-ES" sz="2000" i="1"/>
              <a:t>no debe comenzar </a:t>
            </a:r>
            <a:r>
              <a:rPr lang="es-ES" sz="2000"/>
              <a:t>con un dígito.</a:t>
            </a:r>
            <a:endParaRPr lang="en-US" sz="2000"/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s-ES" sz="2000"/>
              <a:t>Las palabras reservadas del lenguaje no pueden usarse como nombres.</a:t>
            </a:r>
            <a:endParaRPr lang="en-US" sz="2000"/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s-ES" sz="2000"/>
              <a:t>El nombre puede contener cualquier cantidad de caracteres de longitud.</a:t>
            </a:r>
            <a:endParaRPr lang="en-US" sz="2000"/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s-ES" sz="2000"/>
              <a:t>Python es </a:t>
            </a:r>
            <a:r>
              <a:rPr lang="es-ES" sz="2000" i="1"/>
              <a:t>case sensitive</a:t>
            </a:r>
            <a:r>
              <a:rPr lang="es-ES" sz="2000"/>
              <a:t>: hace diferencia entre minúsculas y mayúsculas, y toma como diferentes a dos nombres de variables que no sean exactamente iguales. El identificador </a:t>
            </a:r>
            <a:r>
              <a:rPr lang="es-ES" sz="2000" i="1"/>
              <a:t>sueldo</a:t>
            </a:r>
            <a:r>
              <a:rPr lang="es-ES" sz="2000"/>
              <a:t> no es igual al identificador </a:t>
            </a:r>
            <a:r>
              <a:rPr lang="es-ES" sz="2000" i="1"/>
              <a:t>Sueldo</a:t>
            </a:r>
            <a:r>
              <a:rPr lang="es-ES" sz="2000"/>
              <a:t>: Python los tomará a ambos como dos variables </a:t>
            </a:r>
            <a:r>
              <a:rPr lang="es-ES" sz="2000" i="1"/>
              <a:t>diferentes</a:t>
            </a:r>
            <a:r>
              <a:rPr lang="es-ES" sz="2000"/>
              <a:t>.</a:t>
            </a:r>
            <a:endParaRPr lang="en-US" sz="2000"/>
          </a:p>
          <a:p>
            <a:pPr marL="0" indent="0" algn="just">
              <a:buNone/>
            </a:pPr>
            <a:endParaRPr lang="es-MX" sz="2200"/>
          </a:p>
          <a:p>
            <a:pPr algn="just"/>
            <a:endParaRPr lang="es-MX" sz="2400"/>
          </a:p>
          <a:p>
            <a:pPr algn="just"/>
            <a:endParaRPr lang="es-MX" sz="2400"/>
          </a:p>
        </p:txBody>
      </p:sp>
    </p:spTree>
    <p:extLst>
      <p:ext uri="{BB962C8B-B14F-4D97-AF65-F5344CB8AC3E}">
        <p14:creationId xmlns:p14="http://schemas.microsoft.com/office/powerpoint/2010/main" val="2188543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n-US"/>
              <a:t>Identificadores de Variables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3568" y="2061416"/>
            <a:ext cx="7958138" cy="4396509"/>
          </a:xfrm>
        </p:spPr>
        <p:txBody>
          <a:bodyPr/>
          <a:lstStyle/>
          <a:p>
            <a:pPr algn="just"/>
            <a:r>
              <a:rPr lang="es-ES_tradnl" sz="2200"/>
              <a:t>Las reglas anteriores son las que fija la versión Python 2. Pero en Python 3 se permite usar letras acentuadas, o que no sean del alfabeto inglés, o de idiomas no occidentales. Ejemplos:</a:t>
            </a:r>
            <a:r>
              <a:rPr lang="es-ES_tradnl" sz="2200" b="1"/>
              <a:t>  </a:t>
            </a:r>
            <a:endParaRPr lang="en-US" sz="2200"/>
          </a:p>
          <a:p>
            <a:pPr algn="just"/>
            <a:endParaRPr lang="es-MX" sz="2200"/>
          </a:p>
          <a:p>
            <a:pPr algn="just"/>
            <a:endParaRPr lang="es-MX" sz="2200"/>
          </a:p>
          <a:p>
            <a:pPr algn="just"/>
            <a:endParaRPr lang="es-MX" sz="2200"/>
          </a:p>
          <a:p>
            <a:pPr algn="just"/>
            <a:endParaRPr lang="es-MX" sz="2200"/>
          </a:p>
          <a:p>
            <a:pPr algn="just"/>
            <a:r>
              <a:rPr lang="es-MX" sz="2200"/>
              <a:t>Los siguientes no son válidos en ninguna de las dos versiones:</a:t>
            </a:r>
          </a:p>
          <a:p>
            <a:pPr algn="just"/>
            <a:endParaRPr lang="es-MX" sz="2200"/>
          </a:p>
          <a:p>
            <a:pPr algn="just"/>
            <a:endParaRPr lang="es-MX" sz="2200"/>
          </a:p>
          <a:p>
            <a:pPr algn="just"/>
            <a:endParaRPr lang="es-MX" sz="2200"/>
          </a:p>
          <a:p>
            <a:pPr marL="0" indent="0" algn="just">
              <a:buNone/>
            </a:pPr>
            <a:endParaRPr lang="es-MX" sz="2200"/>
          </a:p>
          <a:p>
            <a:pPr algn="just"/>
            <a:endParaRPr lang="es-MX" sz="2400"/>
          </a:p>
          <a:p>
            <a:pPr algn="just"/>
            <a:endParaRPr lang="es-MX" sz="240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608" y="3098104"/>
            <a:ext cx="7609506" cy="16078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608" y="5157192"/>
            <a:ext cx="7609506" cy="1512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63927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n-US"/>
              <a:t>Carga por teclado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3568" y="2089992"/>
            <a:ext cx="7958138" cy="4396509"/>
          </a:xfrm>
        </p:spPr>
        <p:txBody>
          <a:bodyPr/>
          <a:lstStyle/>
          <a:p>
            <a:pPr algn="just"/>
            <a:r>
              <a:rPr lang="es-MX" sz="2400"/>
              <a:t>La función </a:t>
            </a:r>
            <a:r>
              <a:rPr lang="es-MX" sz="2400" b="1" i="1"/>
              <a:t>input() </a:t>
            </a:r>
            <a:r>
              <a:rPr lang="es-MX" sz="2400"/>
              <a:t>permite asignar a una variable un valor tomado desde el teclado mientras se ejecuta la instrucción, en lugar de asignar un valor fijo:</a:t>
            </a:r>
          </a:p>
          <a:p>
            <a:pPr marL="0" indent="0" algn="just">
              <a:buNone/>
            </a:pPr>
            <a:endParaRPr lang="es-MX" sz="2400"/>
          </a:p>
          <a:p>
            <a:pPr algn="just">
              <a:spcBef>
                <a:spcPts val="1800"/>
              </a:spcBef>
            </a:pPr>
            <a:r>
              <a:rPr lang="es-MX" sz="2400"/>
              <a:t>Cuando </a:t>
            </a:r>
            <a:r>
              <a:rPr lang="es-MX" sz="2400" b="1" i="1"/>
              <a:t>input() </a:t>
            </a:r>
            <a:r>
              <a:rPr lang="es-MX" sz="2400"/>
              <a:t>se ejecuta, hace lo siguiente:</a:t>
            </a:r>
          </a:p>
          <a:p>
            <a:pPr marL="457200" indent="-457200" algn="just" eaLnBrk="1" hangingPunct="1">
              <a:buFont typeface="+mj-lt"/>
              <a:buAutoNum type="arabicParenR"/>
            </a:pPr>
            <a:r>
              <a:rPr lang="pt-BR" altLang="en-US" sz="2000"/>
              <a:t>Muestra en la consola estándar el mensaje que recibe entre sus paréntesis.</a:t>
            </a:r>
          </a:p>
          <a:p>
            <a:pPr marL="457200" indent="-457200" algn="just" eaLnBrk="1" hangingPunct="1">
              <a:buFont typeface="+mj-lt"/>
              <a:buAutoNum type="arabicParenR"/>
            </a:pPr>
            <a:r>
              <a:rPr lang="pt-BR" altLang="en-US" sz="2000"/>
              <a:t>Pone al programa en modo de espera, hasta que el usuario escriba una cadena en el teclado y presione &lt;Enter&gt;.</a:t>
            </a:r>
          </a:p>
          <a:p>
            <a:pPr marL="457200" indent="-457200" algn="just" eaLnBrk="1" hangingPunct="1">
              <a:buFont typeface="+mj-lt"/>
              <a:buAutoNum type="arabicParenR"/>
            </a:pPr>
            <a:r>
              <a:rPr lang="pt-BR" altLang="en-US" sz="2000"/>
              <a:t>Luego del &lt;Enter&gt;, la función toma la cadena que el usuario cargó, y la asigna en la variable del lado izquierdo del operador de asignación.</a:t>
            </a:r>
            <a:endParaRPr lang="es-ES" altLang="en-US" sz="2000"/>
          </a:p>
        </p:txBody>
      </p:sp>
      <p:sp>
        <p:nvSpPr>
          <p:cNvPr id="6" name="5 CuadroTexto"/>
          <p:cNvSpPr txBox="1"/>
          <p:nvPr/>
        </p:nvSpPr>
        <p:spPr>
          <a:xfrm>
            <a:off x="2147730" y="3324067"/>
            <a:ext cx="4479950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indent="0" eaLnBrk="1" hangingPunct="1">
              <a:spcBef>
                <a:spcPts val="0"/>
              </a:spcBef>
              <a:buNone/>
            </a:pPr>
            <a:r>
              <a:rPr lang="pt-BR" altLang="en-US" sz="2200"/>
              <a:t>nombre = input('Ingrese su nombre: ')</a:t>
            </a:r>
            <a:endParaRPr lang="pt-BR" altLang="en-US" sz="2000"/>
          </a:p>
        </p:txBody>
      </p:sp>
    </p:spTree>
    <p:extLst>
      <p:ext uri="{BB962C8B-B14F-4D97-AF65-F5344CB8AC3E}">
        <p14:creationId xmlns:p14="http://schemas.microsoft.com/office/powerpoint/2010/main" val="3754453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n-US"/>
              <a:t>Carga por teclado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3568" y="2089992"/>
            <a:ext cx="7958138" cy="4396509"/>
          </a:xfrm>
        </p:spPr>
        <p:txBody>
          <a:bodyPr/>
          <a:lstStyle/>
          <a:p>
            <a:pPr marL="0" indent="0" algn="just">
              <a:buNone/>
            </a:pPr>
            <a:endParaRPr lang="es-MX" sz="2400"/>
          </a:p>
          <a:p>
            <a:pPr marL="0" indent="0" algn="just">
              <a:buNone/>
            </a:pPr>
            <a:endParaRPr lang="es-MX" sz="2400"/>
          </a:p>
          <a:p>
            <a:pPr algn="just">
              <a:spcBef>
                <a:spcPts val="2400"/>
              </a:spcBef>
            </a:pPr>
            <a:r>
              <a:rPr lang="es-MX" sz="2400"/>
              <a:t>El valor cargado y retornado por </a:t>
            </a:r>
            <a:r>
              <a:rPr lang="es-MX" sz="2400" i="1"/>
              <a:t>input() </a:t>
            </a:r>
            <a:r>
              <a:rPr lang="es-MX" sz="2400"/>
              <a:t>es siempre de tipo cadena de caracteres (</a:t>
            </a:r>
            <a:r>
              <a:rPr lang="es-MX" sz="2400" i="1"/>
              <a:t>str</a:t>
            </a:r>
            <a:r>
              <a:rPr lang="es-MX" sz="2400"/>
              <a:t>). Incluso si el usuario carga un número, el mismo será devuelto en formato de cadena...</a:t>
            </a:r>
          </a:p>
          <a:p>
            <a:pPr algn="just">
              <a:spcBef>
                <a:spcPts val="1800"/>
              </a:spcBef>
            </a:pPr>
            <a:endParaRPr lang="es-MX" sz="2400"/>
          </a:p>
          <a:p>
            <a:pPr algn="just">
              <a:spcBef>
                <a:spcPts val="2400"/>
              </a:spcBef>
            </a:pPr>
            <a:r>
              <a:rPr lang="es-MX" sz="2400"/>
              <a:t>Si en este ejemplo, el usuario ingresa un 25, el valor retornado será de la forma '25' (cadena) que NO ES un </a:t>
            </a:r>
            <a:r>
              <a:rPr lang="es-MX" sz="2400" i="1"/>
              <a:t>int</a:t>
            </a:r>
            <a:r>
              <a:rPr lang="es-MX" sz="2400"/>
              <a:t>...</a:t>
            </a:r>
          </a:p>
          <a:p>
            <a:pPr marL="0" indent="0" algn="just">
              <a:spcBef>
                <a:spcPts val="1800"/>
              </a:spcBef>
              <a:buNone/>
            </a:pPr>
            <a:endParaRPr lang="es-MX" sz="2400"/>
          </a:p>
        </p:txBody>
      </p:sp>
      <p:sp>
        <p:nvSpPr>
          <p:cNvPr id="5" name="4 CuadroTexto"/>
          <p:cNvSpPr txBox="1"/>
          <p:nvPr/>
        </p:nvSpPr>
        <p:spPr>
          <a:xfrm>
            <a:off x="1835696" y="2305448"/>
            <a:ext cx="6048672" cy="7694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indent="0" eaLnBrk="1" hangingPunct="1">
              <a:spcBef>
                <a:spcPts val="0"/>
              </a:spcBef>
              <a:buNone/>
            </a:pPr>
            <a:r>
              <a:rPr lang="pt-BR" altLang="en-US" sz="2200"/>
              <a:t>nombre = input('Ingrese su nombre: ')</a:t>
            </a:r>
            <a:endParaRPr lang="pt-BR" altLang="en-US" sz="200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pt-BR" altLang="en-US" sz="2200"/>
              <a:t>direccion = input('Ingrese su dirección: ')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1807120" y="4550848"/>
            <a:ext cx="6048672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indent="0" algn="ctr" eaLnBrk="1" hangingPunct="1">
              <a:spcBef>
                <a:spcPts val="0"/>
              </a:spcBef>
              <a:buNone/>
            </a:pPr>
            <a:r>
              <a:rPr lang="pt-BR" altLang="en-US" sz="2200"/>
              <a:t>edad = input('Ingrese su edad: ')</a:t>
            </a:r>
            <a:endParaRPr lang="pt-BR" altLang="en-US" sz="2000"/>
          </a:p>
        </p:txBody>
      </p:sp>
    </p:spTree>
    <p:extLst>
      <p:ext uri="{BB962C8B-B14F-4D97-AF65-F5344CB8AC3E}">
        <p14:creationId xmlns:p14="http://schemas.microsoft.com/office/powerpoint/2010/main" val="3460225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n-US"/>
              <a:t>Carga por teclado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3568" y="2089992"/>
            <a:ext cx="7958138" cy="4396509"/>
          </a:xfrm>
        </p:spPr>
        <p:txBody>
          <a:bodyPr/>
          <a:lstStyle/>
          <a:p>
            <a:pPr algn="just">
              <a:spcBef>
                <a:spcPts val="2400"/>
              </a:spcBef>
            </a:pPr>
            <a:r>
              <a:rPr lang="es-MX" sz="2200"/>
              <a:t>Si se desea cargar por teclado un número entero, el valor retornado por </a:t>
            </a:r>
            <a:r>
              <a:rPr lang="es-MX" sz="2200" i="1"/>
              <a:t>input() </a:t>
            </a:r>
            <a:r>
              <a:rPr lang="es-MX" sz="2200"/>
              <a:t>debe ser convertido a </a:t>
            </a:r>
            <a:r>
              <a:rPr lang="es-MX" sz="2200" i="1"/>
              <a:t>int</a:t>
            </a:r>
            <a:r>
              <a:rPr lang="es-MX" sz="2200"/>
              <a:t>, y eso puede hacerse con la función </a:t>
            </a:r>
            <a:r>
              <a:rPr lang="es-MX" sz="2200" i="1"/>
              <a:t>int()</a:t>
            </a:r>
            <a:r>
              <a:rPr lang="es-MX" sz="2200"/>
              <a:t>:</a:t>
            </a:r>
          </a:p>
          <a:p>
            <a:pPr algn="just">
              <a:spcBef>
                <a:spcPts val="1800"/>
              </a:spcBef>
            </a:pPr>
            <a:endParaRPr lang="es-MX" sz="2200"/>
          </a:p>
          <a:p>
            <a:pPr algn="just">
              <a:spcBef>
                <a:spcPts val="2400"/>
              </a:spcBef>
            </a:pPr>
            <a:r>
              <a:rPr lang="es-MX" sz="2200"/>
              <a:t>En el ejemplo, se ejecuta </a:t>
            </a:r>
            <a:r>
              <a:rPr lang="es-MX" sz="2200" i="1"/>
              <a:t>input()</a:t>
            </a:r>
            <a:r>
              <a:rPr lang="es-MX" sz="2200"/>
              <a:t>, la cual retorna la cadena cargada, y esa cadena es tomada a su vez por </a:t>
            </a:r>
            <a:r>
              <a:rPr lang="es-MX" sz="2200" i="1"/>
              <a:t>int()</a:t>
            </a:r>
            <a:r>
              <a:rPr lang="es-MX" sz="2200"/>
              <a:t>, que intenta convertirla a un número entero. Si la cadena sólo contiene dígitos (y a lo sumo el signo menos), la conversión se hará, y </a:t>
            </a:r>
            <a:r>
              <a:rPr lang="es-MX" sz="2200" i="1"/>
              <a:t>edad </a:t>
            </a:r>
            <a:r>
              <a:rPr lang="es-MX" sz="2200"/>
              <a:t>quedará asignada con el número entero. Pero si la cadena no representa a un número entero, la función se interrumpirá y lanzará un error.</a:t>
            </a:r>
          </a:p>
          <a:p>
            <a:pPr marL="0" indent="0" algn="just">
              <a:spcBef>
                <a:spcPts val="1800"/>
              </a:spcBef>
              <a:buNone/>
            </a:pPr>
            <a:endParaRPr lang="es-MX" sz="2400"/>
          </a:p>
        </p:txBody>
      </p:sp>
      <p:sp>
        <p:nvSpPr>
          <p:cNvPr id="6" name="5 CuadroTexto"/>
          <p:cNvSpPr txBox="1"/>
          <p:nvPr/>
        </p:nvSpPr>
        <p:spPr>
          <a:xfrm>
            <a:off x="1807120" y="3357560"/>
            <a:ext cx="6048672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indent="0" algn="ctr" eaLnBrk="1" hangingPunct="1">
              <a:spcBef>
                <a:spcPts val="0"/>
              </a:spcBef>
              <a:buNone/>
            </a:pPr>
            <a:r>
              <a:rPr lang="pt-BR" altLang="en-US" sz="2200"/>
              <a:t>edad = </a:t>
            </a:r>
            <a:r>
              <a:rPr lang="pt-BR" altLang="en-US" sz="2200" b="1">
                <a:solidFill>
                  <a:srgbClr val="FF0000"/>
                </a:solidFill>
              </a:rPr>
              <a:t>int(</a:t>
            </a:r>
            <a:r>
              <a:rPr lang="pt-BR" altLang="en-US" sz="2200"/>
              <a:t>input('Ingrese su edad: ')</a:t>
            </a:r>
            <a:r>
              <a:rPr lang="pt-BR" altLang="en-US" sz="2200" b="1">
                <a:solidFill>
                  <a:srgbClr val="FF0000"/>
                </a:solidFill>
              </a:rPr>
              <a:t>)</a:t>
            </a:r>
            <a:endParaRPr lang="pt-BR" altLang="en-US" sz="20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0686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n-US"/>
              <a:t>Carga por teclado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3568" y="2089992"/>
            <a:ext cx="7958138" cy="4396509"/>
          </a:xfrm>
        </p:spPr>
        <p:txBody>
          <a:bodyPr/>
          <a:lstStyle/>
          <a:p>
            <a:pPr algn="just">
              <a:spcBef>
                <a:spcPts val="2400"/>
              </a:spcBef>
            </a:pPr>
            <a:r>
              <a:rPr lang="es-MX" sz="2200"/>
              <a:t>A su vez, la función </a:t>
            </a:r>
            <a:r>
              <a:rPr lang="es-MX" sz="2200" i="1"/>
              <a:t>float() </a:t>
            </a:r>
            <a:r>
              <a:rPr lang="es-MX" sz="2200"/>
              <a:t>permite convertir una cadena a un valor </a:t>
            </a:r>
            <a:r>
              <a:rPr lang="es-MX" sz="2200" i="1"/>
              <a:t>float</a:t>
            </a:r>
            <a:r>
              <a:rPr lang="es-MX" sz="2200"/>
              <a:t>, siempre y cuando la cadena efectivamente represente un número en coma flotante:</a:t>
            </a:r>
          </a:p>
          <a:p>
            <a:pPr algn="just">
              <a:spcBef>
                <a:spcPts val="2400"/>
              </a:spcBef>
            </a:pPr>
            <a:endParaRPr lang="es-MX" sz="2200"/>
          </a:p>
          <a:p>
            <a:pPr algn="just">
              <a:spcBef>
                <a:spcPts val="2400"/>
              </a:spcBef>
            </a:pPr>
            <a:r>
              <a:rPr lang="es-MX" sz="2200"/>
              <a:t>El siguiente ejemplo muestra la forma de cargar por teclado tres variables, de tipos </a:t>
            </a:r>
            <a:r>
              <a:rPr lang="es-MX" sz="2200" i="1"/>
              <a:t>str</a:t>
            </a:r>
            <a:r>
              <a:rPr lang="es-MX" sz="2200"/>
              <a:t>, </a:t>
            </a:r>
            <a:r>
              <a:rPr lang="es-MX" sz="2200" i="1"/>
              <a:t>int </a:t>
            </a:r>
            <a:r>
              <a:rPr lang="es-MX" sz="2200"/>
              <a:t>y </a:t>
            </a:r>
            <a:r>
              <a:rPr lang="es-MX" sz="2200" i="1"/>
              <a:t>float </a:t>
            </a:r>
            <a:r>
              <a:rPr lang="es-MX" sz="2200"/>
              <a:t>respectivamente:</a:t>
            </a:r>
          </a:p>
          <a:p>
            <a:pPr algn="just">
              <a:spcBef>
                <a:spcPts val="2400"/>
              </a:spcBef>
            </a:pPr>
            <a:endParaRPr lang="es-MX" sz="2200"/>
          </a:p>
          <a:p>
            <a:pPr algn="just">
              <a:spcBef>
                <a:spcPts val="2400"/>
              </a:spcBef>
            </a:pPr>
            <a:endParaRPr lang="es-MX" sz="2200"/>
          </a:p>
          <a:p>
            <a:pPr algn="just">
              <a:spcBef>
                <a:spcPts val="1800"/>
              </a:spcBef>
            </a:pPr>
            <a:endParaRPr lang="es-MX" sz="2200"/>
          </a:p>
          <a:p>
            <a:pPr marL="0" indent="0" algn="just">
              <a:spcBef>
                <a:spcPts val="1800"/>
              </a:spcBef>
              <a:buNone/>
            </a:pPr>
            <a:endParaRPr lang="es-MX" sz="2400"/>
          </a:p>
        </p:txBody>
      </p:sp>
      <p:sp>
        <p:nvSpPr>
          <p:cNvPr id="6" name="5 CuadroTexto"/>
          <p:cNvSpPr txBox="1"/>
          <p:nvPr/>
        </p:nvSpPr>
        <p:spPr>
          <a:xfrm>
            <a:off x="1807120" y="3314696"/>
            <a:ext cx="6048672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indent="0" algn="ctr" eaLnBrk="1" hangingPunct="1">
              <a:spcBef>
                <a:spcPts val="0"/>
              </a:spcBef>
              <a:buNone/>
            </a:pPr>
            <a:r>
              <a:rPr lang="pt-BR" altLang="en-US" sz="2200"/>
              <a:t>sueldo = </a:t>
            </a:r>
            <a:r>
              <a:rPr lang="pt-BR" altLang="en-US" sz="2200" b="1">
                <a:solidFill>
                  <a:srgbClr val="FF0000"/>
                </a:solidFill>
              </a:rPr>
              <a:t>float(</a:t>
            </a:r>
            <a:r>
              <a:rPr lang="pt-BR" altLang="en-US" sz="2200"/>
              <a:t>input('Ingrese su sueldo: ')</a:t>
            </a:r>
            <a:r>
              <a:rPr lang="pt-BR" altLang="en-US" sz="2200" b="1">
                <a:solidFill>
                  <a:srgbClr val="FF0000"/>
                </a:solidFill>
              </a:rPr>
              <a:t>)</a:t>
            </a:r>
            <a:endParaRPr lang="pt-BR" altLang="en-US" sz="2000" b="1">
              <a:solidFill>
                <a:srgbClr val="FF0000"/>
              </a:solidFill>
            </a:endParaRPr>
          </a:p>
        </p:txBody>
      </p:sp>
      <p:sp>
        <p:nvSpPr>
          <p:cNvPr id="5" name="4 CuadroTexto"/>
          <p:cNvSpPr txBox="1"/>
          <p:nvPr/>
        </p:nvSpPr>
        <p:spPr>
          <a:xfrm>
            <a:off x="2275172" y="4980590"/>
            <a:ext cx="5112568" cy="11079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indent="0" algn="just" eaLnBrk="1" hangingPunct="1">
              <a:spcBef>
                <a:spcPts val="0"/>
              </a:spcBef>
              <a:buNone/>
            </a:pPr>
            <a:r>
              <a:rPr lang="pt-BR" altLang="en-US" sz="2200"/>
              <a:t>nombre = input('Ingrese su nombre: ')</a:t>
            </a:r>
          </a:p>
          <a:p>
            <a:pPr marL="0" indent="0" algn="just" eaLnBrk="1" hangingPunct="1">
              <a:spcBef>
                <a:spcPts val="0"/>
              </a:spcBef>
              <a:buNone/>
            </a:pPr>
            <a:r>
              <a:rPr lang="pt-BR" altLang="en-US" sz="2200"/>
              <a:t>edad = </a:t>
            </a:r>
            <a:r>
              <a:rPr lang="pt-BR" altLang="en-US" sz="2200" b="1">
                <a:solidFill>
                  <a:srgbClr val="FF0000"/>
                </a:solidFill>
              </a:rPr>
              <a:t>int(</a:t>
            </a:r>
            <a:r>
              <a:rPr lang="pt-BR" altLang="en-US" sz="2200"/>
              <a:t>input('Ingrese su edad: ')</a:t>
            </a:r>
            <a:r>
              <a:rPr lang="pt-BR" altLang="en-US" sz="2200" b="1">
                <a:solidFill>
                  <a:srgbClr val="FF0000"/>
                </a:solidFill>
              </a:rPr>
              <a:t>)</a:t>
            </a:r>
          </a:p>
          <a:p>
            <a:pPr marL="0" indent="0" algn="just" eaLnBrk="1" hangingPunct="1">
              <a:spcBef>
                <a:spcPts val="0"/>
              </a:spcBef>
              <a:buNone/>
            </a:pPr>
            <a:r>
              <a:rPr lang="pt-BR" altLang="en-US" sz="2200"/>
              <a:t>sueldo = </a:t>
            </a:r>
            <a:r>
              <a:rPr lang="pt-BR" altLang="en-US" sz="2200" b="1">
                <a:solidFill>
                  <a:srgbClr val="FF0000"/>
                </a:solidFill>
              </a:rPr>
              <a:t>float(</a:t>
            </a:r>
            <a:r>
              <a:rPr lang="pt-BR" altLang="en-US" sz="2200"/>
              <a:t>input('Ingrese su sueldo: ')</a:t>
            </a:r>
            <a:r>
              <a:rPr lang="pt-BR" altLang="en-US" sz="2200" b="1">
                <a:solidFill>
                  <a:srgbClr val="FF0000"/>
                </a:solidFill>
              </a:rPr>
              <a:t>)</a:t>
            </a:r>
            <a:endParaRPr lang="pt-BR" altLang="en-US" sz="20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8969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en-US"/>
              <a:t>Atención a las diferencias (1)...</a:t>
            </a:r>
            <a:endParaRPr lang="es-ES" alt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9625" y="2128835"/>
            <a:ext cx="7958138" cy="4396509"/>
          </a:xfrm>
        </p:spPr>
        <p:txBody>
          <a:bodyPr/>
          <a:lstStyle/>
          <a:p>
            <a:pPr marL="514350" indent="-514350" algn="just" eaLnBrk="1" hangingPunct="1">
              <a:buFont typeface="+mj-lt"/>
              <a:buAutoNum type="alphaLcPeriod"/>
            </a:pPr>
            <a:r>
              <a:rPr lang="pt-BR" altLang="en-US" sz="2400"/>
              <a:t>No es lo mismo </a:t>
            </a:r>
            <a:r>
              <a:rPr lang="pt-BR" altLang="en-US" sz="2400" i="1"/>
              <a:t>15 </a:t>
            </a:r>
            <a:r>
              <a:rPr lang="pt-BR" altLang="en-US" sz="2400"/>
              <a:t>que </a:t>
            </a:r>
            <a:r>
              <a:rPr lang="pt-BR" altLang="en-US" sz="2400" i="1"/>
              <a:t>'15'</a:t>
            </a:r>
            <a:r>
              <a:rPr lang="pt-BR" altLang="en-US" sz="2400"/>
              <a:t>. El primero es un </a:t>
            </a:r>
            <a:r>
              <a:rPr lang="pt-BR" altLang="en-US" sz="2400" i="1"/>
              <a:t>int</a:t>
            </a:r>
            <a:r>
              <a:rPr lang="pt-BR" altLang="en-US" sz="2400"/>
              <a:t>, el segundo un valor </a:t>
            </a:r>
            <a:r>
              <a:rPr lang="pt-BR" altLang="en-US" sz="2400" i="1"/>
              <a:t>str</a:t>
            </a:r>
            <a:r>
              <a:rPr lang="pt-BR" altLang="en-US" sz="2400"/>
              <a:t> (o sea, una </a:t>
            </a:r>
            <a:r>
              <a:rPr lang="pt-BR" altLang="en-US" sz="2400" i="1"/>
              <a:t>cadena de caracteres</a:t>
            </a:r>
            <a:r>
              <a:rPr lang="pt-BR" altLang="en-US" sz="2400"/>
              <a:t>).</a:t>
            </a:r>
          </a:p>
          <a:p>
            <a:pPr marL="0" indent="0" algn="just" eaLnBrk="1" hangingPunct="1">
              <a:buNone/>
            </a:pPr>
            <a:endParaRPr lang="pt-BR" altLang="en-US" sz="2400" b="1"/>
          </a:p>
          <a:p>
            <a:pPr marL="0" indent="0" algn="just" eaLnBrk="1" hangingPunct="1">
              <a:buNone/>
            </a:pPr>
            <a:endParaRPr lang="pt-BR" altLang="en-US" sz="2400" b="1"/>
          </a:p>
          <a:p>
            <a:pPr marL="0" indent="0" algn="just" eaLnBrk="1" hangingPunct="1">
              <a:buNone/>
            </a:pPr>
            <a:endParaRPr lang="pt-BR" altLang="en-US" sz="2400" b="1"/>
          </a:p>
          <a:p>
            <a:pPr marL="0" indent="0" algn="just" eaLnBrk="1" hangingPunct="1">
              <a:buNone/>
            </a:pPr>
            <a:endParaRPr lang="pt-BR" altLang="en-US" sz="2400" b="1"/>
          </a:p>
          <a:p>
            <a:pPr marL="514350" indent="-514350" algn="just" eaLnBrk="1" hangingPunct="1">
              <a:buFont typeface="+mj-lt"/>
              <a:buAutoNum type="alphaLcPeriod" startAt="2"/>
            </a:pPr>
            <a:r>
              <a:rPr lang="pt-BR" altLang="en-US" sz="2400">
                <a:latin typeface="Times New Roman"/>
                <a:cs typeface="Times New Roman"/>
              </a:rPr>
              <a:t>¿</a:t>
            </a:r>
            <a:r>
              <a:rPr lang="pt-BR" altLang="en-US" sz="2400"/>
              <a:t>Qué ocurrirá aquí?</a:t>
            </a:r>
          </a:p>
          <a:p>
            <a:pPr marL="514350" indent="-514350" algn="just" eaLnBrk="1" hangingPunct="1">
              <a:buFont typeface="+mj-lt"/>
              <a:buAutoNum type="alphaLcPeriod" startAt="2"/>
            </a:pPr>
            <a:endParaRPr lang="pt-BR" altLang="en-US" sz="2400"/>
          </a:p>
          <a:p>
            <a:pPr marL="0" indent="0" algn="just" eaLnBrk="1" hangingPunct="1">
              <a:buNone/>
            </a:pPr>
            <a:endParaRPr lang="pt-BR" altLang="en-US" sz="2600" b="1"/>
          </a:p>
        </p:txBody>
      </p:sp>
      <p:sp>
        <p:nvSpPr>
          <p:cNvPr id="2" name="1 Rectángulo redondeado"/>
          <p:cNvSpPr/>
          <p:nvPr/>
        </p:nvSpPr>
        <p:spPr bwMode="auto">
          <a:xfrm>
            <a:off x="2627784" y="3501008"/>
            <a:ext cx="2232248" cy="1296144"/>
          </a:xfrm>
          <a:prstGeom prst="round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Char char="w"/>
              <a:tabLst/>
            </a:pPr>
            <a:endParaRPr kumimoji="0" 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  <p:sp>
        <p:nvSpPr>
          <p:cNvPr id="3" name="2 CuadroTexto"/>
          <p:cNvSpPr txBox="1"/>
          <p:nvPr/>
        </p:nvSpPr>
        <p:spPr>
          <a:xfrm>
            <a:off x="1403648" y="2970080"/>
            <a:ext cx="3024336" cy="16312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indent="0" algn="just" eaLnBrk="1" hangingPunct="1">
              <a:spcBef>
                <a:spcPts val="0"/>
              </a:spcBef>
              <a:buNone/>
            </a:pPr>
            <a:r>
              <a:rPr lang="pt-BR" altLang="en-US" sz="2000"/>
              <a:t># Ejemplo correcto...</a:t>
            </a:r>
          </a:p>
          <a:p>
            <a:pPr marL="0" indent="0" algn="just" eaLnBrk="1" hangingPunct="1">
              <a:spcBef>
                <a:spcPts val="0"/>
              </a:spcBef>
              <a:buNone/>
            </a:pPr>
            <a:r>
              <a:rPr lang="pt-BR" altLang="en-US" sz="2000"/>
              <a:t>x1 = 15</a:t>
            </a:r>
          </a:p>
          <a:p>
            <a:pPr marL="0" indent="0" algn="just" eaLnBrk="1" hangingPunct="1">
              <a:spcBef>
                <a:spcPts val="0"/>
              </a:spcBef>
              <a:buNone/>
            </a:pPr>
            <a:r>
              <a:rPr lang="pt-BR" altLang="en-US" sz="2000"/>
              <a:t>x2 = x1 + 1</a:t>
            </a:r>
          </a:p>
          <a:p>
            <a:pPr marL="0" indent="0" algn="just" eaLnBrk="1" hangingPunct="1">
              <a:spcBef>
                <a:spcPts val="0"/>
              </a:spcBef>
              <a:buNone/>
            </a:pPr>
            <a:r>
              <a:rPr lang="pt-BR" altLang="en-US" sz="2000"/>
              <a:t>print(‘Valor de x2:’, x2)</a:t>
            </a:r>
          </a:p>
          <a:p>
            <a:pPr marL="0" indent="0" algn="just" eaLnBrk="1" hangingPunct="1">
              <a:spcBef>
                <a:spcPts val="0"/>
              </a:spcBef>
              <a:buNone/>
            </a:pPr>
            <a:r>
              <a:rPr lang="pt-BR" altLang="en-US" sz="2000">
                <a:solidFill>
                  <a:srgbClr val="FF0000"/>
                </a:solidFill>
              </a:rPr>
              <a:t># muestra: </a:t>
            </a:r>
            <a:r>
              <a:rPr lang="pt-BR" altLang="en-US" sz="2000" b="1" i="1">
                <a:solidFill>
                  <a:srgbClr val="FF0000"/>
                </a:solidFill>
              </a:rPr>
              <a:t>Valor de x2: 16</a:t>
            </a:r>
          </a:p>
        </p:txBody>
      </p:sp>
      <p:sp>
        <p:nvSpPr>
          <p:cNvPr id="7" name="6 CuadroTexto"/>
          <p:cNvSpPr txBox="1"/>
          <p:nvPr/>
        </p:nvSpPr>
        <p:spPr>
          <a:xfrm>
            <a:off x="5391528" y="2968369"/>
            <a:ext cx="3240360" cy="16312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indent="0" algn="just" eaLnBrk="1" hangingPunct="1">
              <a:spcBef>
                <a:spcPts val="0"/>
              </a:spcBef>
              <a:buNone/>
            </a:pPr>
            <a:r>
              <a:rPr lang="pt-BR" altLang="en-US" sz="2000"/>
              <a:t># Ejemplo incorrecto...</a:t>
            </a:r>
          </a:p>
          <a:p>
            <a:pPr marL="0" indent="0" algn="just" eaLnBrk="1" hangingPunct="1">
              <a:spcBef>
                <a:spcPts val="0"/>
              </a:spcBef>
              <a:buNone/>
            </a:pPr>
            <a:r>
              <a:rPr lang="pt-BR" altLang="en-US" sz="2000"/>
              <a:t>x1 = '15'</a:t>
            </a:r>
          </a:p>
          <a:p>
            <a:pPr marL="0" indent="0" algn="just" eaLnBrk="1" hangingPunct="1">
              <a:spcBef>
                <a:spcPts val="0"/>
              </a:spcBef>
              <a:buNone/>
            </a:pPr>
            <a:r>
              <a:rPr lang="pt-BR" altLang="en-US" sz="2000"/>
              <a:t>x2 = x1 + 1</a:t>
            </a:r>
          </a:p>
          <a:p>
            <a:pPr marL="0" indent="0" algn="just" eaLnBrk="1" hangingPunct="1">
              <a:spcBef>
                <a:spcPts val="0"/>
              </a:spcBef>
              <a:buNone/>
            </a:pPr>
            <a:r>
              <a:rPr lang="pt-BR" altLang="en-US" sz="2000" b="1">
                <a:solidFill>
                  <a:srgbClr val="FF0000"/>
                </a:solidFill>
              </a:rPr>
              <a:t># </a:t>
            </a:r>
            <a:r>
              <a:rPr lang="pt-BR" altLang="en-US" sz="2000">
                <a:solidFill>
                  <a:srgbClr val="FF0000"/>
                </a:solidFill>
              </a:rPr>
              <a:t>efecto</a:t>
            </a:r>
            <a:r>
              <a:rPr lang="pt-BR" altLang="en-US" sz="2000" b="1">
                <a:solidFill>
                  <a:srgbClr val="FF0000"/>
                </a:solidFill>
              </a:rPr>
              <a:t>: error al ejecutar...</a:t>
            </a:r>
          </a:p>
          <a:p>
            <a:pPr marL="0" indent="0" algn="just" eaLnBrk="1" hangingPunct="1">
              <a:spcBef>
                <a:spcPts val="0"/>
              </a:spcBef>
              <a:buNone/>
            </a:pPr>
            <a:r>
              <a:rPr lang="pt-BR" altLang="en-US" sz="2000" b="1">
                <a:solidFill>
                  <a:srgbClr val="FF0000"/>
                </a:solidFill>
              </a:rPr>
              <a:t># </a:t>
            </a:r>
            <a:r>
              <a:rPr lang="pt-BR" altLang="en-US" sz="2000">
                <a:solidFill>
                  <a:srgbClr val="FF0000"/>
                </a:solidFill>
              </a:rPr>
              <a:t>no puede sumar </a:t>
            </a:r>
            <a:r>
              <a:rPr lang="pt-BR" altLang="en-US" sz="2000" b="1" i="1">
                <a:solidFill>
                  <a:srgbClr val="FF0000"/>
                </a:solidFill>
              </a:rPr>
              <a:t>str + int</a:t>
            </a:r>
          </a:p>
        </p:txBody>
      </p:sp>
      <p:sp>
        <p:nvSpPr>
          <p:cNvPr id="8" name="7 CuadroTexto"/>
          <p:cNvSpPr txBox="1"/>
          <p:nvPr/>
        </p:nvSpPr>
        <p:spPr>
          <a:xfrm>
            <a:off x="1418504" y="5157192"/>
            <a:ext cx="2304256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indent="0" algn="just" eaLnBrk="1" hangingPunct="1">
              <a:spcBef>
                <a:spcPts val="0"/>
              </a:spcBef>
              <a:buNone/>
            </a:pPr>
            <a:r>
              <a:rPr lang="pt-BR" altLang="en-US" sz="2000"/>
              <a:t>n1 = input('Edad: ')</a:t>
            </a:r>
          </a:p>
          <a:p>
            <a:pPr marL="0" indent="0" algn="just" eaLnBrk="1" hangingPunct="1">
              <a:spcBef>
                <a:spcPts val="0"/>
              </a:spcBef>
              <a:buNone/>
            </a:pPr>
            <a:r>
              <a:rPr lang="pt-BR" altLang="en-US" sz="2000"/>
              <a:t>n2 = n1 + 1</a:t>
            </a:r>
          </a:p>
        </p:txBody>
      </p:sp>
      <p:sp>
        <p:nvSpPr>
          <p:cNvPr id="9" name="8 CuadroTexto"/>
          <p:cNvSpPr txBox="1"/>
          <p:nvPr/>
        </p:nvSpPr>
        <p:spPr>
          <a:xfrm>
            <a:off x="1418504" y="5874598"/>
            <a:ext cx="2304256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indent="0" algn="just" eaLnBrk="1" hangingPunct="1">
              <a:spcBef>
                <a:spcPts val="0"/>
              </a:spcBef>
              <a:buNone/>
            </a:pPr>
            <a:r>
              <a:rPr lang="pt-BR" altLang="en-US" sz="2000">
                <a:solidFill>
                  <a:srgbClr val="FF0000"/>
                </a:solidFill>
              </a:rPr>
              <a:t># error:  </a:t>
            </a:r>
            <a:r>
              <a:rPr lang="pt-BR" altLang="en-US" sz="2000" b="1" i="1">
                <a:solidFill>
                  <a:srgbClr val="FF0000"/>
                </a:solidFill>
              </a:rPr>
              <a:t>str + int...</a:t>
            </a:r>
          </a:p>
        </p:txBody>
      </p:sp>
      <p:sp>
        <p:nvSpPr>
          <p:cNvPr id="10" name="9 CuadroTexto"/>
          <p:cNvSpPr txBox="1"/>
          <p:nvPr/>
        </p:nvSpPr>
        <p:spPr>
          <a:xfrm>
            <a:off x="5378376" y="4966090"/>
            <a:ext cx="3240360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indent="0" algn="just" eaLnBrk="1" hangingPunct="1">
              <a:spcBef>
                <a:spcPts val="0"/>
              </a:spcBef>
              <a:buNone/>
            </a:pPr>
            <a:r>
              <a:rPr lang="pt-BR" altLang="en-US" sz="2000"/>
              <a:t>n1 = int(input('Edad: '))</a:t>
            </a:r>
          </a:p>
          <a:p>
            <a:pPr marL="0" indent="0" algn="just" eaLnBrk="1" hangingPunct="1">
              <a:spcBef>
                <a:spcPts val="0"/>
              </a:spcBef>
              <a:buNone/>
            </a:pPr>
            <a:r>
              <a:rPr lang="pt-BR" altLang="en-US" sz="2000"/>
              <a:t>n2 = n1 + 1</a:t>
            </a:r>
          </a:p>
          <a:p>
            <a:pPr marL="0" indent="0" algn="just" eaLnBrk="1" hangingPunct="1">
              <a:spcBef>
                <a:spcPts val="0"/>
              </a:spcBef>
              <a:buNone/>
            </a:pPr>
            <a:r>
              <a:rPr lang="pt-BR" altLang="en-US" sz="2000"/>
              <a:t>print('Nueva edad:', n2)</a:t>
            </a:r>
          </a:p>
          <a:p>
            <a:pPr marL="0" indent="0" algn="just" eaLnBrk="1" hangingPunct="1">
              <a:spcBef>
                <a:spcPts val="0"/>
              </a:spcBef>
              <a:buNone/>
            </a:pPr>
            <a:r>
              <a:rPr lang="pt-BR" altLang="en-US" sz="2000">
                <a:solidFill>
                  <a:srgbClr val="FF0000"/>
                </a:solidFill>
              </a:rPr>
              <a:t># </a:t>
            </a:r>
            <a:r>
              <a:rPr lang="pt-BR" altLang="en-US" sz="2000">
                <a:solidFill>
                  <a:srgbClr val="FF0000"/>
                </a:solidFill>
                <a:latin typeface="Times New Roman"/>
                <a:cs typeface="Times New Roman"/>
              </a:rPr>
              <a:t>¡</a:t>
            </a:r>
            <a:r>
              <a:rPr lang="pt-BR" altLang="en-US" sz="2000">
                <a:solidFill>
                  <a:srgbClr val="FF0000"/>
                </a:solidFill>
              </a:rPr>
              <a:t>correcto!</a:t>
            </a:r>
          </a:p>
        </p:txBody>
      </p:sp>
    </p:spTree>
    <p:extLst>
      <p:ext uri="{BB962C8B-B14F-4D97-AF65-F5344CB8AC3E}">
        <p14:creationId xmlns:p14="http://schemas.microsoft.com/office/powerpoint/2010/main" val="2269871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build="p"/>
      <p:bldP spid="3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en-US"/>
              <a:t>Atención a las diferencias (2)...</a:t>
            </a:r>
            <a:endParaRPr lang="es-ES" altLang="en-US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9625" y="2214563"/>
            <a:ext cx="7958138" cy="4238773"/>
          </a:xfrm>
        </p:spPr>
        <p:txBody>
          <a:bodyPr/>
          <a:lstStyle/>
          <a:p>
            <a:pPr marL="514350" indent="-514350" algn="just" eaLnBrk="1" hangingPunct="1">
              <a:buFont typeface="+mj-lt"/>
              <a:buAutoNum type="alphaLcPeriod"/>
            </a:pPr>
            <a:r>
              <a:rPr lang="pt-BR" altLang="en-US" sz="2200"/>
              <a:t>Al usar </a:t>
            </a:r>
            <a:r>
              <a:rPr lang="pt-BR" altLang="en-US" sz="2200" i="1"/>
              <a:t>print()</a:t>
            </a:r>
            <a:r>
              <a:rPr lang="pt-BR" altLang="en-US" sz="2200"/>
              <a:t>, lo que se escribe entre </a:t>
            </a:r>
            <a:r>
              <a:rPr lang="pt-BR" altLang="en-US" sz="2200" i="1"/>
              <a:t>comillas simples o dobles </a:t>
            </a:r>
            <a:r>
              <a:rPr lang="pt-BR" altLang="en-US" sz="2200"/>
              <a:t>es un valor </a:t>
            </a:r>
            <a:r>
              <a:rPr lang="pt-BR" altLang="en-US" sz="2200" i="1"/>
              <a:t>str </a:t>
            </a:r>
            <a:r>
              <a:rPr lang="pt-BR" altLang="en-US" sz="2200"/>
              <a:t>(una </a:t>
            </a:r>
            <a:r>
              <a:rPr lang="pt-BR" altLang="en-US" sz="2200" i="1"/>
              <a:t>cadena</a:t>
            </a:r>
            <a:r>
              <a:rPr lang="pt-BR" altLang="en-US" sz="2200"/>
              <a:t>)  y se muestra en forma literal. </a:t>
            </a:r>
          </a:p>
          <a:p>
            <a:pPr marL="514350" indent="-514350" algn="just" eaLnBrk="1" hangingPunct="1">
              <a:buFont typeface="+mj-lt"/>
              <a:buAutoNum type="alphaLcPeriod"/>
            </a:pPr>
            <a:endParaRPr lang="pt-BR" altLang="en-US" sz="2200"/>
          </a:p>
          <a:p>
            <a:pPr marL="514350" indent="-514350" algn="just" eaLnBrk="1" hangingPunct="1">
              <a:buFont typeface="+mj-lt"/>
              <a:buAutoNum type="alphaLcPeriod"/>
            </a:pPr>
            <a:endParaRPr lang="pt-BR" altLang="en-US" sz="2200"/>
          </a:p>
          <a:p>
            <a:pPr marL="514350" indent="-514350" algn="just" eaLnBrk="1" hangingPunct="1">
              <a:buFont typeface="+mj-lt"/>
              <a:buAutoNum type="alphaLcPeriod"/>
            </a:pPr>
            <a:endParaRPr lang="pt-BR" altLang="en-US" sz="2200"/>
          </a:p>
          <a:p>
            <a:pPr marL="514350" indent="-514350" algn="just" eaLnBrk="1" hangingPunct="1">
              <a:buFont typeface="+mj-lt"/>
              <a:buAutoNum type="alphaLcPeriod"/>
            </a:pPr>
            <a:r>
              <a:rPr lang="pt-BR" altLang="en-US" sz="2200"/>
              <a:t>Lo que </a:t>
            </a:r>
            <a:r>
              <a:rPr lang="pt-BR" altLang="en-US" sz="2200" u="sng"/>
              <a:t>no</a:t>
            </a:r>
            <a:r>
              <a:rPr lang="pt-BR" altLang="en-US" sz="2200"/>
              <a:t> se encierra entre comillas se asume como un </a:t>
            </a:r>
            <a:r>
              <a:rPr lang="pt-BR" altLang="en-US" sz="2200" i="1"/>
              <a:t>nombre de variable</a:t>
            </a:r>
            <a:r>
              <a:rPr lang="pt-BR" altLang="en-US" sz="2200"/>
              <a:t>. Si la misma existe, se muestra su valor. Si no existe, Python lanza un error:</a:t>
            </a:r>
          </a:p>
          <a:p>
            <a:pPr marL="514350" indent="-514350" algn="just" eaLnBrk="1" hangingPunct="1">
              <a:buFont typeface="+mj-lt"/>
              <a:buAutoNum type="alphaLcPeriod"/>
            </a:pPr>
            <a:endParaRPr lang="pt-BR" altLang="en-US" sz="2400"/>
          </a:p>
          <a:p>
            <a:pPr marL="514350" indent="-514350" algn="just" eaLnBrk="1" hangingPunct="1">
              <a:buFont typeface="+mj-lt"/>
              <a:buAutoNum type="alphaLcPeriod"/>
            </a:pPr>
            <a:endParaRPr lang="pt-BR" altLang="en-US" sz="2400"/>
          </a:p>
          <a:p>
            <a:pPr marL="609600" indent="-609600" algn="just" eaLnBrk="1" hangingPunct="1">
              <a:buFont typeface="Wingdings" pitchFamily="2" charset="2"/>
              <a:buNone/>
            </a:pPr>
            <a:endParaRPr lang="pt-BR" altLang="en-US" sz="2600" b="1" i="1">
              <a:solidFill>
                <a:srgbClr val="006600"/>
              </a:solidFill>
            </a:endParaRPr>
          </a:p>
          <a:p>
            <a:pPr marL="609600" indent="-609600" algn="just" eaLnBrk="1" hangingPunct="1">
              <a:buFont typeface="Wingdings" pitchFamily="2" charset="2"/>
              <a:buNone/>
            </a:pPr>
            <a:endParaRPr lang="es-ES" altLang="en-US" sz="2600" b="1"/>
          </a:p>
        </p:txBody>
      </p:sp>
      <p:sp>
        <p:nvSpPr>
          <p:cNvPr id="4" name="3 CuadroTexto"/>
          <p:cNvSpPr txBox="1"/>
          <p:nvPr/>
        </p:nvSpPr>
        <p:spPr>
          <a:xfrm>
            <a:off x="3819936" y="3041520"/>
            <a:ext cx="1728192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indent="0" algn="just" eaLnBrk="1" hangingPunct="1">
              <a:spcBef>
                <a:spcPts val="0"/>
              </a:spcBef>
              <a:buNone/>
            </a:pPr>
            <a:r>
              <a:rPr lang="pt-BR" altLang="en-US" sz="2000"/>
              <a:t>x1 = 15</a:t>
            </a:r>
          </a:p>
          <a:p>
            <a:pPr marL="0" indent="0" algn="just" eaLnBrk="1" hangingPunct="1">
              <a:spcBef>
                <a:spcPts val="0"/>
              </a:spcBef>
              <a:buNone/>
            </a:pPr>
            <a:r>
              <a:rPr lang="pt-BR" altLang="en-US" sz="2000"/>
              <a:t>print(' x1')</a:t>
            </a:r>
          </a:p>
          <a:p>
            <a:pPr marL="0" indent="0" algn="just" eaLnBrk="1" hangingPunct="1">
              <a:spcBef>
                <a:spcPts val="0"/>
              </a:spcBef>
              <a:buNone/>
            </a:pPr>
            <a:r>
              <a:rPr lang="pt-BR" altLang="en-US" sz="2000">
                <a:solidFill>
                  <a:srgbClr val="FF0000"/>
                </a:solidFill>
              </a:rPr>
              <a:t># muestra:  </a:t>
            </a:r>
            <a:r>
              <a:rPr lang="pt-BR" altLang="en-US" sz="2000" b="1" i="1">
                <a:solidFill>
                  <a:srgbClr val="FF0000"/>
                </a:solidFill>
              </a:rPr>
              <a:t>x1</a:t>
            </a:r>
          </a:p>
        </p:txBody>
      </p:sp>
      <p:sp>
        <p:nvSpPr>
          <p:cNvPr id="5" name="4 CuadroTexto"/>
          <p:cNvSpPr txBox="1"/>
          <p:nvPr/>
        </p:nvSpPr>
        <p:spPr>
          <a:xfrm>
            <a:off x="1417936" y="5301207"/>
            <a:ext cx="1728192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indent="0" algn="just" eaLnBrk="1" hangingPunct="1">
              <a:spcBef>
                <a:spcPts val="0"/>
              </a:spcBef>
              <a:buNone/>
            </a:pPr>
            <a:r>
              <a:rPr lang="pt-BR" altLang="en-US" sz="2000"/>
              <a:t>x1 = 15</a:t>
            </a:r>
          </a:p>
          <a:p>
            <a:pPr marL="0" indent="0" algn="just" eaLnBrk="1" hangingPunct="1">
              <a:spcBef>
                <a:spcPts val="0"/>
              </a:spcBef>
              <a:buNone/>
            </a:pPr>
            <a:r>
              <a:rPr lang="pt-BR" altLang="en-US" sz="2000"/>
              <a:t>print(x1)</a:t>
            </a:r>
          </a:p>
          <a:p>
            <a:pPr marL="0" indent="0" algn="just" eaLnBrk="1" hangingPunct="1">
              <a:spcBef>
                <a:spcPts val="0"/>
              </a:spcBef>
              <a:buNone/>
            </a:pPr>
            <a:r>
              <a:rPr lang="pt-BR" altLang="en-US" sz="2000">
                <a:solidFill>
                  <a:srgbClr val="FF0000"/>
                </a:solidFill>
              </a:rPr>
              <a:t># muestra:  </a:t>
            </a:r>
            <a:r>
              <a:rPr lang="pt-BR" altLang="en-US" sz="2000" b="1" i="1">
                <a:solidFill>
                  <a:srgbClr val="FF0000"/>
                </a:solidFill>
              </a:rPr>
              <a:t>15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4038232" y="5011230"/>
            <a:ext cx="4608512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indent="0" algn="just" eaLnBrk="1" hangingPunct="1">
              <a:spcBef>
                <a:spcPts val="0"/>
              </a:spcBef>
              <a:buNone/>
            </a:pPr>
            <a:r>
              <a:rPr lang="pt-BR" altLang="en-US" sz="2000"/>
              <a:t>print(Hola)</a:t>
            </a:r>
          </a:p>
          <a:p>
            <a:pPr marL="0" indent="0" algn="just" eaLnBrk="1" hangingPunct="1">
              <a:spcBef>
                <a:spcPts val="0"/>
              </a:spcBef>
              <a:buNone/>
            </a:pPr>
            <a:r>
              <a:rPr lang="pt-BR" altLang="en-US" sz="2000">
                <a:solidFill>
                  <a:srgbClr val="FF0000"/>
                </a:solidFill>
              </a:rPr>
              <a:t># error:  no existe la variable llamada Hola</a:t>
            </a:r>
            <a:endParaRPr lang="pt-BR" altLang="en-US" sz="2000" b="1" i="1">
              <a:solidFill>
                <a:srgbClr val="FF0000"/>
              </a:solidFill>
            </a:endParaRPr>
          </a:p>
        </p:txBody>
      </p:sp>
      <p:sp>
        <p:nvSpPr>
          <p:cNvPr id="7" name="6 CuadroTexto"/>
          <p:cNvSpPr txBox="1"/>
          <p:nvPr/>
        </p:nvSpPr>
        <p:spPr>
          <a:xfrm>
            <a:off x="4043912" y="5724958"/>
            <a:ext cx="4608512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indent="0" algn="just" eaLnBrk="1" hangingPunct="1">
              <a:spcBef>
                <a:spcPts val="0"/>
              </a:spcBef>
              <a:buNone/>
            </a:pPr>
            <a:r>
              <a:rPr lang="pt-BR" altLang="en-US" sz="2000"/>
              <a:t>print('Hola')</a:t>
            </a:r>
          </a:p>
          <a:p>
            <a:pPr marL="0" indent="0" algn="just" eaLnBrk="1" hangingPunct="1">
              <a:spcBef>
                <a:spcPts val="0"/>
              </a:spcBef>
              <a:buNone/>
            </a:pPr>
            <a:r>
              <a:rPr lang="pt-BR" altLang="en-US" sz="2000">
                <a:solidFill>
                  <a:srgbClr val="FF0000"/>
                </a:solidFill>
              </a:rPr>
              <a:t># correcto... muestra:  Hola</a:t>
            </a:r>
            <a:endParaRPr lang="pt-BR" altLang="en-US" sz="2000" b="1" i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6924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n-US"/>
              <a:t>Tipado Dinámico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9625" y="2128835"/>
            <a:ext cx="7958138" cy="4612533"/>
          </a:xfrm>
        </p:spPr>
        <p:txBody>
          <a:bodyPr/>
          <a:lstStyle/>
          <a:p>
            <a:pPr algn="just"/>
            <a:r>
              <a:rPr lang="es-MX" sz="2400"/>
              <a:t>Dijimos que en Python, una variable es creada cuando se le asigna un valor, y esa variable asume el tipo del valor que se le asigna:</a:t>
            </a:r>
          </a:p>
          <a:p>
            <a:pPr marL="0" indent="0" algn="just">
              <a:buNone/>
            </a:pPr>
            <a:endParaRPr lang="es-MX" sz="2400"/>
          </a:p>
          <a:p>
            <a:pPr marL="0" indent="0" algn="just">
              <a:buNone/>
            </a:pPr>
            <a:endParaRPr lang="es-MX" sz="2400"/>
          </a:p>
          <a:p>
            <a:pPr algn="just">
              <a:spcBef>
                <a:spcPts val="2400"/>
              </a:spcBef>
            </a:pPr>
            <a:r>
              <a:rPr lang="es-MX" sz="2400"/>
              <a:t>Lo anterior implica que si a una variable que ya estaba creada se le asigna un valor de </a:t>
            </a:r>
            <a:r>
              <a:rPr lang="es-MX" sz="2400" i="1"/>
              <a:t>otro tipo</a:t>
            </a:r>
            <a:r>
              <a:rPr lang="es-MX" sz="2400"/>
              <a:t>, la misma será </a:t>
            </a:r>
            <a:r>
              <a:rPr lang="es-MX" sz="2400" i="1"/>
              <a:t>nuevamente creada </a:t>
            </a:r>
            <a:r>
              <a:rPr lang="es-MX" sz="2400"/>
              <a:t>y </a:t>
            </a:r>
            <a:r>
              <a:rPr lang="es-MX" sz="2400" i="1"/>
              <a:t>cambiará de tipo</a:t>
            </a:r>
            <a:r>
              <a:rPr lang="es-MX" sz="2400"/>
              <a:t>:</a:t>
            </a:r>
          </a:p>
          <a:p>
            <a:pPr algn="just"/>
            <a:endParaRPr lang="en-US" sz="2400"/>
          </a:p>
          <a:p>
            <a:pPr marL="0" indent="0" algn="just" eaLnBrk="1" hangingPunct="1">
              <a:buNone/>
            </a:pPr>
            <a:r>
              <a:rPr lang="pt-BR" altLang="en-US" sz="2400" b="1"/>
              <a:t>	</a:t>
            </a:r>
          </a:p>
          <a:p>
            <a:pPr marL="609600" indent="-609600" eaLnBrk="1" hangingPunct="1"/>
            <a:endParaRPr lang="es-ES" altLang="en-US"/>
          </a:p>
        </p:txBody>
      </p:sp>
      <p:sp>
        <p:nvSpPr>
          <p:cNvPr id="5" name="4 CuadroTexto"/>
          <p:cNvSpPr txBox="1"/>
          <p:nvPr/>
        </p:nvSpPr>
        <p:spPr>
          <a:xfrm>
            <a:off x="2430592" y="3304305"/>
            <a:ext cx="4896544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indent="0" algn="just" eaLnBrk="1" hangingPunct="1">
              <a:spcBef>
                <a:spcPts val="0"/>
              </a:spcBef>
              <a:buNone/>
            </a:pPr>
            <a:r>
              <a:rPr lang="pt-BR" altLang="en-US" sz="2000"/>
              <a:t>x = 10		# se crea </a:t>
            </a:r>
            <a:r>
              <a:rPr lang="pt-BR" altLang="en-US" sz="2000" b="1"/>
              <a:t>x</a:t>
            </a:r>
            <a:r>
              <a:rPr lang="pt-BR" altLang="en-US" sz="2000"/>
              <a:t> de tipo </a:t>
            </a:r>
            <a:r>
              <a:rPr lang="pt-BR" altLang="en-US" sz="2000" b="1" i="1"/>
              <a:t>int</a:t>
            </a:r>
            <a:r>
              <a:rPr lang="pt-BR" altLang="en-US" sz="2000"/>
              <a:t>.</a:t>
            </a:r>
          </a:p>
          <a:p>
            <a:pPr marL="0" indent="0" algn="just" eaLnBrk="1" hangingPunct="1">
              <a:spcBef>
                <a:spcPts val="0"/>
              </a:spcBef>
              <a:buNone/>
            </a:pPr>
            <a:r>
              <a:rPr lang="pt-BR" altLang="en-US" sz="2000"/>
              <a:t>y = 'Ana' 	# se crea </a:t>
            </a:r>
            <a:r>
              <a:rPr lang="pt-BR" altLang="en-US" sz="2000" b="1"/>
              <a:t>y</a:t>
            </a:r>
            <a:r>
              <a:rPr lang="pt-BR" altLang="en-US" sz="2000"/>
              <a:t> de tipo </a:t>
            </a:r>
            <a:r>
              <a:rPr lang="pt-BR" altLang="en-US" sz="2000" b="1" i="1"/>
              <a:t>str</a:t>
            </a:r>
            <a:r>
              <a:rPr lang="pt-BR" altLang="en-US" sz="2000"/>
              <a:t>.</a:t>
            </a:r>
          </a:p>
          <a:p>
            <a:pPr marL="0" indent="0" algn="just" eaLnBrk="1" hangingPunct="1">
              <a:spcBef>
                <a:spcPts val="0"/>
              </a:spcBef>
              <a:buNone/>
            </a:pPr>
            <a:r>
              <a:rPr lang="pt-BR" altLang="en-US" sz="2000"/>
              <a:t>z = True		# se crea </a:t>
            </a:r>
            <a:r>
              <a:rPr lang="pt-BR" altLang="en-US" sz="2000" b="1"/>
              <a:t>z</a:t>
            </a:r>
            <a:r>
              <a:rPr lang="pt-BR" altLang="en-US" sz="2000"/>
              <a:t> de tipo </a:t>
            </a:r>
            <a:r>
              <a:rPr lang="pt-BR" altLang="en-US" sz="2000" b="1" i="1"/>
              <a:t>boolean</a:t>
            </a:r>
            <a:r>
              <a:rPr lang="pt-BR" altLang="en-US" sz="2000"/>
              <a:t>.</a:t>
            </a:r>
          </a:p>
        </p:txBody>
      </p:sp>
      <p:sp>
        <p:nvSpPr>
          <p:cNvPr id="7" name="6 CuadroTexto"/>
          <p:cNvSpPr txBox="1"/>
          <p:nvPr/>
        </p:nvSpPr>
        <p:spPr>
          <a:xfrm>
            <a:off x="1887648" y="5602392"/>
            <a:ext cx="6029840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indent="0" algn="just" eaLnBrk="1" hangingPunct="1">
              <a:spcBef>
                <a:spcPts val="0"/>
              </a:spcBef>
              <a:buNone/>
            </a:pPr>
            <a:r>
              <a:rPr lang="pt-BR" altLang="en-US" sz="2000"/>
              <a:t>x = 10		# se crea </a:t>
            </a:r>
            <a:r>
              <a:rPr lang="pt-BR" altLang="en-US" sz="2000" b="1"/>
              <a:t>x</a:t>
            </a:r>
            <a:r>
              <a:rPr lang="pt-BR" altLang="en-US" sz="2000"/>
              <a:t> de tipo </a:t>
            </a:r>
            <a:r>
              <a:rPr lang="pt-BR" altLang="en-US" sz="2000" b="1" i="1"/>
              <a:t>int</a:t>
            </a:r>
            <a:r>
              <a:rPr lang="pt-BR" altLang="en-US" sz="2000"/>
              <a:t>.</a:t>
            </a:r>
          </a:p>
          <a:p>
            <a:pPr marL="0" indent="0" algn="just" eaLnBrk="1" hangingPunct="1">
              <a:spcBef>
                <a:spcPts val="0"/>
              </a:spcBef>
              <a:buNone/>
            </a:pPr>
            <a:r>
              <a:rPr lang="pt-BR" altLang="en-US" sz="2000"/>
              <a:t>x = 'Hola'	# </a:t>
            </a:r>
            <a:r>
              <a:rPr lang="pt-BR" altLang="en-US" sz="2000" b="1"/>
              <a:t>x</a:t>
            </a:r>
            <a:r>
              <a:rPr lang="pt-BR" altLang="en-US" sz="2000"/>
              <a:t> cambia al tipo </a:t>
            </a:r>
            <a:r>
              <a:rPr lang="pt-BR" altLang="en-US" sz="2000" b="1" i="1"/>
              <a:t>str</a:t>
            </a:r>
            <a:r>
              <a:rPr lang="pt-BR" altLang="en-US" sz="2000"/>
              <a:t>.</a:t>
            </a:r>
          </a:p>
          <a:p>
            <a:pPr marL="0" indent="0" algn="just" eaLnBrk="1" hangingPunct="1">
              <a:spcBef>
                <a:spcPts val="0"/>
              </a:spcBef>
              <a:buNone/>
            </a:pPr>
            <a:r>
              <a:rPr lang="pt-BR" altLang="en-US" sz="2000"/>
              <a:t>x = True		# </a:t>
            </a:r>
            <a:r>
              <a:rPr lang="pt-BR" altLang="en-US" sz="2000" b="1"/>
              <a:t>x </a:t>
            </a:r>
            <a:r>
              <a:rPr lang="pt-BR" altLang="en-US" sz="2000"/>
              <a:t>vuelve a cambiar, al tipo </a:t>
            </a:r>
            <a:r>
              <a:rPr lang="pt-BR" altLang="en-US" sz="2000" b="1" i="1"/>
              <a:t>boolean</a:t>
            </a:r>
            <a:r>
              <a:rPr lang="pt-BR" altLang="en-US" sz="20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26215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en-US"/>
              <a:t>Operadores Aritméticos en Python</a:t>
            </a:r>
            <a:endParaRPr lang="es-ES" altLang="en-US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9625" y="2214563"/>
            <a:ext cx="7958138" cy="4310781"/>
          </a:xfrm>
        </p:spPr>
        <p:txBody>
          <a:bodyPr/>
          <a:lstStyle/>
          <a:p>
            <a:pPr algn="just"/>
            <a:r>
              <a:rPr lang="en-US" sz="2200"/>
              <a:t>Son símbolos que actúan sobre el valor de una variable o una constante, aplicando operaciones aritméticas básicas.</a:t>
            </a:r>
          </a:p>
          <a:p>
            <a:pPr algn="just"/>
            <a:endParaRPr lang="en-US" sz="2200"/>
          </a:p>
          <a:p>
            <a:pPr algn="just"/>
            <a:endParaRPr lang="en-US" sz="2200"/>
          </a:p>
          <a:p>
            <a:pPr algn="just"/>
            <a:endParaRPr lang="en-US" sz="2200"/>
          </a:p>
          <a:p>
            <a:pPr algn="just"/>
            <a:endParaRPr lang="en-US" sz="2200"/>
          </a:p>
          <a:p>
            <a:pPr algn="just"/>
            <a:endParaRPr lang="en-US" sz="2200"/>
          </a:p>
          <a:p>
            <a:pPr algn="just"/>
            <a:endParaRPr lang="en-US" sz="2200"/>
          </a:p>
          <a:p>
            <a:pPr algn="just"/>
            <a:r>
              <a:rPr lang="en-US" sz="2200"/>
              <a:t>Recuerde: en una expresión de asignación, se evalúa y ejecuta primero el lado derecho del operador =, y </a:t>
            </a:r>
            <a:r>
              <a:rPr lang="en-US" sz="2200" b="1" u="sng"/>
              <a:t>luego</a:t>
            </a:r>
            <a:r>
              <a:rPr lang="en-US" sz="2200"/>
              <a:t> el resultado se asigna en la variable del lado izquierdo. </a:t>
            </a:r>
          </a:p>
          <a:p>
            <a:endParaRPr lang="en-US" sz="240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6786" y="3011808"/>
            <a:ext cx="5704158" cy="22642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82409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n-US"/>
              <a:t>Operadores Aritméticos (ejemplo)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9625" y="2028819"/>
            <a:ext cx="7958138" cy="4612533"/>
          </a:xfrm>
        </p:spPr>
        <p:txBody>
          <a:bodyPr/>
          <a:lstStyle/>
          <a:p>
            <a:pPr algn="just"/>
            <a:r>
              <a:rPr lang="es-MX" sz="2400"/>
              <a:t>En este ejemplo mostramos la forma de usar los operadores aritméticos de la tabla anterior:</a:t>
            </a:r>
          </a:p>
          <a:p>
            <a:pPr marL="0" indent="0" algn="just">
              <a:buNone/>
            </a:pPr>
            <a:endParaRPr lang="es-MX" sz="2400"/>
          </a:p>
          <a:p>
            <a:pPr marL="0" indent="0" algn="just">
              <a:buNone/>
            </a:pPr>
            <a:endParaRPr lang="es-MX" sz="2400"/>
          </a:p>
          <a:p>
            <a:pPr algn="just"/>
            <a:endParaRPr lang="en-US" sz="2400"/>
          </a:p>
          <a:p>
            <a:pPr marL="0" indent="0" algn="just" eaLnBrk="1" hangingPunct="1">
              <a:buNone/>
            </a:pPr>
            <a:r>
              <a:rPr lang="pt-BR" altLang="en-US" sz="2400" b="1"/>
              <a:t>	</a:t>
            </a:r>
          </a:p>
          <a:p>
            <a:pPr marL="609600" indent="-609600" eaLnBrk="1" hangingPunct="1"/>
            <a:endParaRPr lang="es-ES" altLang="en-US"/>
          </a:p>
        </p:txBody>
      </p:sp>
      <p:sp>
        <p:nvSpPr>
          <p:cNvPr id="7" name="6 CuadroTexto"/>
          <p:cNvSpPr txBox="1"/>
          <p:nvPr/>
        </p:nvSpPr>
        <p:spPr>
          <a:xfrm>
            <a:off x="1877992" y="2843740"/>
            <a:ext cx="6029840" cy="37856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indent="0" algn="just" eaLnBrk="1" hangingPunct="1">
              <a:spcBef>
                <a:spcPts val="0"/>
              </a:spcBef>
              <a:buNone/>
            </a:pPr>
            <a:r>
              <a:rPr lang="pt-BR" altLang="en-US" sz="2000"/>
              <a:t>a = int(input("Primer valor: "))</a:t>
            </a:r>
          </a:p>
          <a:p>
            <a:pPr algn="just">
              <a:spcBef>
                <a:spcPts val="0"/>
              </a:spcBef>
              <a:buNone/>
            </a:pPr>
            <a:r>
              <a:rPr lang="pt-BR" altLang="en-US" sz="2000"/>
              <a:t>b = int(input("Segundo valor: "))</a:t>
            </a:r>
          </a:p>
          <a:p>
            <a:pPr marL="0" indent="0" algn="just" eaLnBrk="1" hangingPunct="1">
              <a:spcBef>
                <a:spcPts val="0"/>
              </a:spcBef>
              <a:buNone/>
            </a:pPr>
            <a:r>
              <a:rPr lang="pt-BR" altLang="en-US" sz="2000"/>
              <a:t>suma = a + b</a:t>
            </a:r>
          </a:p>
          <a:p>
            <a:pPr marL="0" indent="0" algn="just" eaLnBrk="1" hangingPunct="1">
              <a:spcBef>
                <a:spcPts val="0"/>
              </a:spcBef>
              <a:buNone/>
            </a:pPr>
            <a:r>
              <a:rPr lang="pt-BR" altLang="en-US" sz="2000"/>
              <a:t>resta = a – b</a:t>
            </a:r>
          </a:p>
          <a:p>
            <a:pPr marL="0" indent="0" algn="just" eaLnBrk="1" hangingPunct="1">
              <a:spcBef>
                <a:spcPts val="0"/>
              </a:spcBef>
              <a:buNone/>
            </a:pPr>
            <a:r>
              <a:rPr lang="pt-BR" altLang="en-US" sz="2000"/>
              <a:t>prod = a * b</a:t>
            </a:r>
          </a:p>
          <a:p>
            <a:pPr marL="0" indent="0" algn="just" eaLnBrk="1" hangingPunct="1">
              <a:spcBef>
                <a:spcPts val="0"/>
              </a:spcBef>
              <a:buNone/>
            </a:pPr>
            <a:r>
              <a:rPr lang="pt-BR" altLang="en-US" sz="2000"/>
              <a:t>ce = a // b      # cociente entero...</a:t>
            </a:r>
          </a:p>
          <a:p>
            <a:pPr marL="0" indent="0" algn="just" eaLnBrk="1" hangingPunct="1">
              <a:spcBef>
                <a:spcPts val="0"/>
              </a:spcBef>
              <a:buNone/>
            </a:pPr>
            <a:r>
              <a:rPr lang="pt-BR" altLang="en-US" sz="2000"/>
              <a:t>cr = a / b       # cociente real (o flotante)...</a:t>
            </a:r>
          </a:p>
          <a:p>
            <a:pPr marL="0" indent="0" algn="just" eaLnBrk="1" hangingPunct="1">
              <a:spcBef>
                <a:spcPts val="0"/>
              </a:spcBef>
              <a:buNone/>
            </a:pPr>
            <a:r>
              <a:rPr lang="pt-BR" altLang="en-US" sz="2000"/>
              <a:t>re  =  a % b   # resto entero de dividir a por b...</a:t>
            </a:r>
          </a:p>
          <a:p>
            <a:pPr marL="0" indent="0" algn="just" eaLnBrk="1" hangingPunct="1">
              <a:spcBef>
                <a:spcPts val="0"/>
              </a:spcBef>
              <a:buNone/>
            </a:pPr>
            <a:r>
              <a:rPr lang="pt-BR" altLang="en-US" sz="2000"/>
              <a:t>pot = a ** b</a:t>
            </a:r>
          </a:p>
          <a:p>
            <a:pPr marL="0" indent="0" algn="just" eaLnBrk="1" hangingPunct="1">
              <a:spcBef>
                <a:spcPts val="0"/>
              </a:spcBef>
              <a:buNone/>
            </a:pPr>
            <a:r>
              <a:rPr lang="pt-BR" altLang="en-US" sz="2000"/>
              <a:t>print('Suma:', suma, 'Resta:', resta, 'Producto:', prod)</a:t>
            </a:r>
          </a:p>
          <a:p>
            <a:pPr marL="0" indent="0" algn="just" eaLnBrk="1" hangingPunct="1">
              <a:spcBef>
                <a:spcPts val="0"/>
              </a:spcBef>
              <a:buNone/>
            </a:pPr>
            <a:r>
              <a:rPr lang="pt-BR" altLang="en-US" sz="2000"/>
              <a:t>print('Cociente entero:', ce, 'Cociente real:', cr)</a:t>
            </a:r>
          </a:p>
          <a:p>
            <a:pPr marL="0" indent="0" algn="just" eaLnBrk="1" hangingPunct="1">
              <a:spcBef>
                <a:spcPts val="0"/>
              </a:spcBef>
              <a:buNone/>
            </a:pPr>
            <a:r>
              <a:rPr lang="pt-BR" altLang="en-US" sz="2000"/>
              <a:t>print('Resto entero:', re, 'Potencia:', pot)</a:t>
            </a:r>
          </a:p>
        </p:txBody>
      </p:sp>
    </p:spTree>
    <p:extLst>
      <p:ext uri="{BB962C8B-B14F-4D97-AF65-F5344CB8AC3E}">
        <p14:creationId xmlns:p14="http://schemas.microsoft.com/office/powerpoint/2010/main" val="3437357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en-US"/>
              <a:t>Muchas gracias...</a:t>
            </a:r>
            <a:endParaRPr lang="es-ES" altLang="en-US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spcAft>
                <a:spcPts val="0"/>
              </a:spcAft>
              <a:buNone/>
            </a:pPr>
            <a:r>
              <a:rPr lang="pt-BR" altLang="en-US" b="1"/>
              <a:t>Ing. Valerio Frittelli</a:t>
            </a:r>
          </a:p>
          <a:p>
            <a:pPr marL="0" indent="0" eaLnBrk="1" hangingPunct="1">
              <a:spcBef>
                <a:spcPts val="0"/>
              </a:spcBef>
              <a:spcAft>
                <a:spcPts val="1800"/>
              </a:spcAft>
              <a:buNone/>
            </a:pPr>
            <a:r>
              <a:rPr lang="pt-BR" altLang="en-US" sz="2800" i="1"/>
              <a:t>Director Cátedra de AED</a:t>
            </a:r>
          </a:p>
          <a:p>
            <a:pPr lvl="1" eaLnBrk="1" hangingPunct="1">
              <a:buFont typeface="Wingdings" panose="05000000000000000000" pitchFamily="2" charset="2"/>
              <a:buChar char="ü"/>
            </a:pPr>
            <a:r>
              <a:rPr lang="pt-BR" altLang="en-US" sz="2200" u="sng"/>
              <a:t>Mail:</a:t>
            </a:r>
            <a:r>
              <a:rPr lang="pt-BR" altLang="en-US" sz="2200"/>
              <a:t>  </a:t>
            </a:r>
            <a:r>
              <a:rPr lang="pt-BR" altLang="en-US" sz="2200">
                <a:hlinkClick r:id="rId2"/>
              </a:rPr>
              <a:t>vfrittelli@gmail.com</a:t>
            </a:r>
            <a:endParaRPr lang="pt-BR" altLang="en-US" sz="2200"/>
          </a:p>
          <a:p>
            <a:pPr lvl="1" eaLnBrk="1" hangingPunct="1">
              <a:buFont typeface="Wingdings" panose="05000000000000000000" pitchFamily="2" charset="2"/>
              <a:buChar char="ü"/>
            </a:pPr>
            <a:r>
              <a:rPr lang="pt-BR" altLang="en-US" sz="2200"/>
              <a:t>También pueden contactarme por mensajería interna del Aula Virtual.</a:t>
            </a:r>
          </a:p>
          <a:p>
            <a:pPr lvl="1" algn="just" eaLnBrk="1" hangingPunct="1">
              <a:buFont typeface="Wingdings" panose="05000000000000000000" pitchFamily="2" charset="2"/>
              <a:buChar char="ü"/>
            </a:pPr>
            <a:r>
              <a:rPr lang="pt-BR" altLang="en-US" sz="2200" u="sng"/>
              <a:t>Horarios de oficina:</a:t>
            </a:r>
            <a:r>
              <a:rPr lang="pt-BR" altLang="en-US" sz="2200"/>
              <a:t> Para atención de alumnos de cualquier curso, por cualquier duda o consulta: antes de entrar a clase en el 1k01 o el 1k04, o en el recreo, o al finalizar la clase.</a:t>
            </a:r>
          </a:p>
          <a:p>
            <a:pPr eaLnBrk="1" hangingPunct="1">
              <a:buFont typeface="Wingdings" pitchFamily="2" charset="2"/>
              <a:buNone/>
            </a:pPr>
            <a:endParaRPr lang="es-ES" altLang="en-US" sz="2800"/>
          </a:p>
        </p:txBody>
      </p:sp>
    </p:spTree>
    <p:extLst>
      <p:ext uri="{BB962C8B-B14F-4D97-AF65-F5344CB8AC3E}">
        <p14:creationId xmlns:p14="http://schemas.microsoft.com/office/powerpoint/2010/main" val="2580983991"/>
      </p:ext>
    </p:extLst>
  </p:cSld>
  <p:clrMapOvr>
    <a:masterClrMapping/>
  </p:clrMapOvr>
</p:sld>
</file>

<file path=ppt/theme/theme1.xml><?xml version="1.0" encoding="utf-8"?>
<a:theme xmlns:a="http://schemas.openxmlformats.org/drawingml/2006/main" name="Bordes rectos">
  <a:themeElements>
    <a:clrScheme name="Bordes rectos 2">
      <a:dk1>
        <a:srgbClr val="003366"/>
      </a:dk1>
      <a:lt1>
        <a:srgbClr val="FFFFFF"/>
      </a:lt1>
      <a:dk2>
        <a:srgbClr val="003366"/>
      </a:dk2>
      <a:lt2>
        <a:srgbClr val="E3E2C7"/>
      </a:lt2>
      <a:accent1>
        <a:srgbClr val="CCCC99"/>
      </a:accent1>
      <a:accent2>
        <a:srgbClr val="003366"/>
      </a:accent2>
      <a:accent3>
        <a:srgbClr val="FFFFFF"/>
      </a:accent3>
      <a:accent4>
        <a:srgbClr val="002A56"/>
      </a:accent4>
      <a:accent5>
        <a:srgbClr val="E2E2CA"/>
      </a:accent5>
      <a:accent6>
        <a:srgbClr val="002D5C"/>
      </a:accent6>
      <a:hlink>
        <a:srgbClr val="003366"/>
      </a:hlink>
      <a:folHlink>
        <a:srgbClr val="800000"/>
      </a:folHlink>
    </a:clrScheme>
    <a:fontScheme name="Bordes rectos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accent2"/>
          </a:buClr>
          <a:buSzTx/>
          <a:buFont typeface="Wingdings" pitchFamily="2" charset="2"/>
          <a:buChar char="w"/>
          <a:tabLst/>
          <a:defRPr kumimoji="0" lang="es-ES" alt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accent2"/>
          </a:buClr>
          <a:buSzTx/>
          <a:buFont typeface="Wingdings" pitchFamily="2" charset="2"/>
          <a:buChar char="w"/>
          <a:tabLst/>
          <a:defRPr kumimoji="0" lang="es-ES" alt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Bordes rectos 1">
        <a:dk1>
          <a:srgbClr val="008080"/>
        </a:dk1>
        <a:lt1>
          <a:srgbClr val="FFFFCC"/>
        </a:lt1>
        <a:dk2>
          <a:srgbClr val="009999"/>
        </a:dk2>
        <a:lt2>
          <a:srgbClr val="FFFF99"/>
        </a:lt2>
        <a:accent1>
          <a:srgbClr val="336699"/>
        </a:accent1>
        <a:accent2>
          <a:srgbClr val="FFFF99"/>
        </a:accent2>
        <a:accent3>
          <a:srgbClr val="AACACA"/>
        </a:accent3>
        <a:accent4>
          <a:srgbClr val="DADAAE"/>
        </a:accent4>
        <a:accent5>
          <a:srgbClr val="ADB8CA"/>
        </a:accent5>
        <a:accent6>
          <a:srgbClr val="E7E78A"/>
        </a:accent6>
        <a:hlink>
          <a:srgbClr val="FFFFCC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es rectos 2">
        <a:dk1>
          <a:srgbClr val="003366"/>
        </a:dk1>
        <a:lt1>
          <a:srgbClr val="FFFFFF"/>
        </a:lt1>
        <a:dk2>
          <a:srgbClr val="003366"/>
        </a:dk2>
        <a:lt2>
          <a:srgbClr val="E3E2C7"/>
        </a:lt2>
        <a:accent1>
          <a:srgbClr val="CCCC99"/>
        </a:accent1>
        <a:accent2>
          <a:srgbClr val="003366"/>
        </a:accent2>
        <a:accent3>
          <a:srgbClr val="FFFFFF"/>
        </a:accent3>
        <a:accent4>
          <a:srgbClr val="002A56"/>
        </a:accent4>
        <a:accent5>
          <a:srgbClr val="E2E2CA"/>
        </a:accent5>
        <a:accent6>
          <a:srgbClr val="002D5C"/>
        </a:accent6>
        <a:hlink>
          <a:srgbClr val="003366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rdes rectos 3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DDDDDD"/>
        </a:accent1>
        <a:accent2>
          <a:srgbClr val="333333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2D2D2D"/>
        </a:accent6>
        <a:hlink>
          <a:srgbClr val="80808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rdes rectos 4">
        <a:dk1>
          <a:srgbClr val="5F5F5F"/>
        </a:dk1>
        <a:lt1>
          <a:srgbClr val="FFFFFF"/>
        </a:lt1>
        <a:dk2>
          <a:srgbClr val="003366"/>
        </a:dk2>
        <a:lt2>
          <a:srgbClr val="FFFFFF"/>
        </a:lt2>
        <a:accent1>
          <a:srgbClr val="7E003F"/>
        </a:accent1>
        <a:accent2>
          <a:srgbClr val="DDDDDD"/>
        </a:accent2>
        <a:accent3>
          <a:srgbClr val="AAADB8"/>
        </a:accent3>
        <a:accent4>
          <a:srgbClr val="DADADA"/>
        </a:accent4>
        <a:accent5>
          <a:srgbClr val="C0AAAF"/>
        </a:accent5>
        <a:accent6>
          <a:srgbClr val="C8C8C8"/>
        </a:accent6>
        <a:hlink>
          <a:srgbClr val="969696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C:\Archivos de programa\Microsoft Office\Templates\Diseños de presentaciones\Bordes rectos.pot</Template>
  <TotalTime>5054</TotalTime>
  <Words>2456</Words>
  <Application>Microsoft Office PowerPoint</Application>
  <PresentationFormat>Presentación en pantalla (4:3)</PresentationFormat>
  <Paragraphs>240</Paragraphs>
  <Slides>25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2" baseType="lpstr">
      <vt:lpstr>Arial</vt:lpstr>
      <vt:lpstr>Calibri</vt:lpstr>
      <vt:lpstr>Monotype Sorts</vt:lpstr>
      <vt:lpstr>Symbol</vt:lpstr>
      <vt:lpstr>Times New Roman</vt:lpstr>
      <vt:lpstr>Wingdings</vt:lpstr>
      <vt:lpstr>Bordes rectos</vt:lpstr>
      <vt:lpstr>Algoritmos y Estructuras de Datos    (AED) 2026</vt:lpstr>
      <vt:lpstr>Ficha 01: Fundamentos de Programación</vt:lpstr>
      <vt:lpstr>Algoritmos...</vt:lpstr>
      <vt:lpstr>...y más Algoritmos...</vt:lpstr>
      <vt:lpstr>...y aún más Algoritmos!</vt:lpstr>
      <vt:lpstr>¿Solución? (Básica...)</vt:lpstr>
      <vt:lpstr>Programas... </vt:lpstr>
      <vt:lpstr>...y más Programas!</vt:lpstr>
      <vt:lpstr>Memoria y Variables</vt:lpstr>
      <vt:lpstr>Tipos de Datos en Python</vt:lpstr>
      <vt:lpstr>Asignación – Creación de Variables</vt:lpstr>
      <vt:lpstr>El Shell de Python</vt:lpstr>
      <vt:lpstr>Ejemplos de Instrucciones (Ejecutar en el IDLE Python)</vt:lpstr>
      <vt:lpstr>Identificadores de Variables</vt:lpstr>
      <vt:lpstr>Identificadores de Variables</vt:lpstr>
      <vt:lpstr>Carga por teclado</vt:lpstr>
      <vt:lpstr>Carga por teclado</vt:lpstr>
      <vt:lpstr>Carga por teclado</vt:lpstr>
      <vt:lpstr>Carga por teclado</vt:lpstr>
      <vt:lpstr>Atención a las diferencias (1)...</vt:lpstr>
      <vt:lpstr>Atención a las diferencias (2)...</vt:lpstr>
      <vt:lpstr>Tipado Dinámico</vt:lpstr>
      <vt:lpstr>Operadores Aritméticos en Python</vt:lpstr>
      <vt:lpstr>Operadores Aritméticos (ejemplo)</vt:lpstr>
      <vt:lpstr>Muchas gracias...</vt:lpstr>
    </vt:vector>
  </TitlesOfParts>
  <Company>jj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Algoritmos de Búsqueda por Similaridad</dc:title>
  <dc:creator>Ana Strub</dc:creator>
  <cp:lastModifiedBy>Valerio Frittelli</cp:lastModifiedBy>
  <cp:revision>220</cp:revision>
  <dcterms:created xsi:type="dcterms:W3CDTF">2002-10-27T20:42:42Z</dcterms:created>
  <dcterms:modified xsi:type="dcterms:W3CDTF">2026-03-17T14:17:34Z</dcterms:modified>
</cp:coreProperties>
</file>